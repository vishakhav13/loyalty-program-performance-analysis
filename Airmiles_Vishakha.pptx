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4"/>
    <p:restoredTop sz="94682"/>
  </p:normalViewPr>
  <p:slideViewPr>
    <p:cSldViewPr snapToGrid="0">
      <p:cViewPr>
        <p:scale>
          <a:sx n="96" d="100"/>
          <a:sy n="96" d="100"/>
        </p:scale>
        <p:origin x="1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0D7E7-514C-4993-B603-17B175BD90E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0F1B77-28EE-475D-AC1A-EFFC70549F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Context</a:t>
          </a:r>
        </a:p>
      </dgm:t>
    </dgm:pt>
    <dgm:pt modelId="{8FDF879D-12EE-40D1-BAE4-29F7636E9B1D}" type="parTrans" cxnId="{4204D282-6F1F-48FF-AF14-AEDDDA4E9ABC}">
      <dgm:prSet/>
      <dgm:spPr/>
      <dgm:t>
        <a:bodyPr/>
        <a:lstStyle/>
        <a:p>
          <a:endParaRPr lang="en-US"/>
        </a:p>
      </dgm:t>
    </dgm:pt>
    <dgm:pt modelId="{3BA32FA0-5D58-4340-8C44-EFE70E84E656}" type="sibTrans" cxnId="{4204D282-6F1F-48FF-AF14-AEDDDA4E9ABC}">
      <dgm:prSet/>
      <dgm:spPr/>
      <dgm:t>
        <a:bodyPr/>
        <a:lstStyle/>
        <a:p>
          <a:endParaRPr lang="en-US"/>
        </a:p>
      </dgm:t>
    </dgm:pt>
    <dgm:pt modelId="{34269DFE-1434-4453-9866-7E4A772D2F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loyalty program has strong adoption across transactions. This analysis evaluates whether loyalty participation translates into incremental revenue performance.</a:t>
          </a:r>
        </a:p>
      </dgm:t>
    </dgm:pt>
    <dgm:pt modelId="{E70EA4CD-C0CF-478D-82A8-83E3410006F0}" type="parTrans" cxnId="{8836BDB0-736F-445A-AC13-2C135BD10A60}">
      <dgm:prSet/>
      <dgm:spPr/>
      <dgm:t>
        <a:bodyPr/>
        <a:lstStyle/>
        <a:p>
          <a:endParaRPr lang="en-US"/>
        </a:p>
      </dgm:t>
    </dgm:pt>
    <dgm:pt modelId="{000A76DE-3FAD-4382-A38D-4365CCF5944D}" type="sibTrans" cxnId="{8836BDB0-736F-445A-AC13-2C135BD10A60}">
      <dgm:prSet/>
      <dgm:spPr/>
      <dgm:t>
        <a:bodyPr/>
        <a:lstStyle/>
        <a:p>
          <a:endParaRPr lang="en-US"/>
        </a:p>
      </dgm:t>
    </dgm:pt>
    <dgm:pt modelId="{1D13BFD4-944D-4D98-B055-A5C2ACCAA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</a:t>
          </a:r>
        </a:p>
      </dgm:t>
    </dgm:pt>
    <dgm:pt modelId="{808C37FF-564A-4898-9F86-37F51BA319FD}" type="parTrans" cxnId="{F3CA14B9-D49F-462C-A579-FDD37AE9BC7A}">
      <dgm:prSet/>
      <dgm:spPr/>
      <dgm:t>
        <a:bodyPr/>
        <a:lstStyle/>
        <a:p>
          <a:endParaRPr lang="en-US"/>
        </a:p>
      </dgm:t>
    </dgm:pt>
    <dgm:pt modelId="{0F4E4C82-25AC-45BF-951E-888FB2F62095}" type="sibTrans" cxnId="{F3CA14B9-D49F-462C-A579-FDD37AE9BC7A}">
      <dgm:prSet/>
      <dgm:spPr/>
      <dgm:t>
        <a:bodyPr/>
        <a:lstStyle/>
        <a:p>
          <a:endParaRPr lang="en-US"/>
        </a:p>
      </dgm:t>
    </dgm:pt>
    <dgm:pt modelId="{B8AEC114-CEBC-47C8-886B-23389E9856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Assess basket behavior and revenue contribution of loyal vs non-loyal customers to determine true business impact.</a:t>
          </a:r>
        </a:p>
      </dgm:t>
    </dgm:pt>
    <dgm:pt modelId="{A8AA3488-06F2-412A-8F70-7550591D17F9}" type="parTrans" cxnId="{B2FAA016-0F0B-467E-A0C1-674E6682AE83}">
      <dgm:prSet/>
      <dgm:spPr/>
      <dgm:t>
        <a:bodyPr/>
        <a:lstStyle/>
        <a:p>
          <a:endParaRPr lang="en-US"/>
        </a:p>
      </dgm:t>
    </dgm:pt>
    <dgm:pt modelId="{410CADAD-E3A7-4427-A175-A6CCFB15A10E}" type="sibTrans" cxnId="{B2FAA016-0F0B-467E-A0C1-674E6682AE83}">
      <dgm:prSet/>
      <dgm:spPr/>
      <dgm:t>
        <a:bodyPr/>
        <a:lstStyle/>
        <a:p>
          <a:endParaRPr lang="en-US"/>
        </a:p>
      </dgm:t>
    </dgm:pt>
    <dgm:pt modelId="{CFDB7C67-5938-444D-9B5B-30759DBC7EE5}" type="pres">
      <dgm:prSet presAssocID="{4FC0D7E7-514C-4993-B603-17B175BD90E1}" presName="root" presStyleCnt="0">
        <dgm:presLayoutVars>
          <dgm:dir/>
          <dgm:resizeHandles val="exact"/>
        </dgm:presLayoutVars>
      </dgm:prSet>
      <dgm:spPr/>
    </dgm:pt>
    <dgm:pt modelId="{974AB2F5-BA78-4A52-BD65-A90911F6C156}" type="pres">
      <dgm:prSet presAssocID="{B80F1B77-28EE-475D-AC1A-EFFC70549F6C}" presName="compNode" presStyleCnt="0"/>
      <dgm:spPr/>
    </dgm:pt>
    <dgm:pt modelId="{BDE33F4E-13E7-4651-9FBD-91AE066FCF74}" type="pres">
      <dgm:prSet presAssocID="{B80F1B77-28EE-475D-AC1A-EFFC70549F6C}" presName="bgRect" presStyleLbl="bgShp" presStyleIdx="0" presStyleCnt="4"/>
      <dgm:spPr/>
    </dgm:pt>
    <dgm:pt modelId="{4D8FFD7F-6815-4972-9DE2-7D99714038EB}" type="pres">
      <dgm:prSet presAssocID="{B80F1B77-28EE-475D-AC1A-EFFC70549F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9ECC62F-7A4C-4C6D-B961-32021AB271B9}" type="pres">
      <dgm:prSet presAssocID="{B80F1B77-28EE-475D-AC1A-EFFC70549F6C}" presName="spaceRect" presStyleCnt="0"/>
      <dgm:spPr/>
    </dgm:pt>
    <dgm:pt modelId="{3C4E9B8D-E68F-48BB-B22D-68DABE71CD0D}" type="pres">
      <dgm:prSet presAssocID="{B80F1B77-28EE-475D-AC1A-EFFC70549F6C}" presName="parTx" presStyleLbl="revTx" presStyleIdx="0" presStyleCnt="4">
        <dgm:presLayoutVars>
          <dgm:chMax val="0"/>
          <dgm:chPref val="0"/>
        </dgm:presLayoutVars>
      </dgm:prSet>
      <dgm:spPr/>
    </dgm:pt>
    <dgm:pt modelId="{4B2EC385-9F8A-45A9-8DD0-B01CA13690E4}" type="pres">
      <dgm:prSet presAssocID="{3BA32FA0-5D58-4340-8C44-EFE70E84E656}" presName="sibTrans" presStyleCnt="0"/>
      <dgm:spPr/>
    </dgm:pt>
    <dgm:pt modelId="{287B49B2-C5E3-419F-823E-60C20A9A7EAE}" type="pres">
      <dgm:prSet presAssocID="{34269DFE-1434-4453-9866-7E4A772D2F9B}" presName="compNode" presStyleCnt="0"/>
      <dgm:spPr/>
    </dgm:pt>
    <dgm:pt modelId="{BFC89CD3-71C3-46AE-BEAC-FD3D05DA3D48}" type="pres">
      <dgm:prSet presAssocID="{34269DFE-1434-4453-9866-7E4A772D2F9B}" presName="bgRect" presStyleLbl="bgShp" presStyleIdx="1" presStyleCnt="4"/>
      <dgm:spPr/>
    </dgm:pt>
    <dgm:pt modelId="{233DF9C7-1122-472F-8047-2F774287CAF3}" type="pres">
      <dgm:prSet presAssocID="{34269DFE-1434-4453-9866-7E4A772D2F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633DAF7-37C5-444F-A8AF-0D2FC5338107}" type="pres">
      <dgm:prSet presAssocID="{34269DFE-1434-4453-9866-7E4A772D2F9B}" presName="spaceRect" presStyleCnt="0"/>
      <dgm:spPr/>
    </dgm:pt>
    <dgm:pt modelId="{FCEBA582-00B1-4528-A96F-11593B7A3D5A}" type="pres">
      <dgm:prSet presAssocID="{34269DFE-1434-4453-9866-7E4A772D2F9B}" presName="parTx" presStyleLbl="revTx" presStyleIdx="1" presStyleCnt="4">
        <dgm:presLayoutVars>
          <dgm:chMax val="0"/>
          <dgm:chPref val="0"/>
        </dgm:presLayoutVars>
      </dgm:prSet>
      <dgm:spPr/>
    </dgm:pt>
    <dgm:pt modelId="{6FCC1785-79A5-40CD-A0EA-9D8E7494FAFD}" type="pres">
      <dgm:prSet presAssocID="{000A76DE-3FAD-4382-A38D-4365CCF5944D}" presName="sibTrans" presStyleCnt="0"/>
      <dgm:spPr/>
    </dgm:pt>
    <dgm:pt modelId="{E968C82A-A13A-4249-9868-4C6F37D848C9}" type="pres">
      <dgm:prSet presAssocID="{1D13BFD4-944D-4D98-B055-A5C2ACCAAC9D}" presName="compNode" presStyleCnt="0"/>
      <dgm:spPr/>
    </dgm:pt>
    <dgm:pt modelId="{DBC9C9F0-482A-4401-8FF5-FB610A6471D5}" type="pres">
      <dgm:prSet presAssocID="{1D13BFD4-944D-4D98-B055-A5C2ACCAAC9D}" presName="bgRect" presStyleLbl="bgShp" presStyleIdx="2" presStyleCnt="4"/>
      <dgm:spPr/>
    </dgm:pt>
    <dgm:pt modelId="{47161FC5-E545-421E-AD62-244DAC56B6CF}" type="pres">
      <dgm:prSet presAssocID="{1D13BFD4-944D-4D98-B055-A5C2ACCAAC9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2486255-03CF-4118-AC35-A67B4BD70594}" type="pres">
      <dgm:prSet presAssocID="{1D13BFD4-944D-4D98-B055-A5C2ACCAAC9D}" presName="spaceRect" presStyleCnt="0"/>
      <dgm:spPr/>
    </dgm:pt>
    <dgm:pt modelId="{A3D27CB1-6438-4B3A-BE2C-75C58F7AE847}" type="pres">
      <dgm:prSet presAssocID="{1D13BFD4-944D-4D98-B055-A5C2ACCAAC9D}" presName="parTx" presStyleLbl="revTx" presStyleIdx="2" presStyleCnt="4">
        <dgm:presLayoutVars>
          <dgm:chMax val="0"/>
          <dgm:chPref val="0"/>
        </dgm:presLayoutVars>
      </dgm:prSet>
      <dgm:spPr/>
    </dgm:pt>
    <dgm:pt modelId="{DFDAEEE1-B9F2-4001-9D3A-DE052EA68C0B}" type="pres">
      <dgm:prSet presAssocID="{0F4E4C82-25AC-45BF-951E-888FB2F62095}" presName="sibTrans" presStyleCnt="0"/>
      <dgm:spPr/>
    </dgm:pt>
    <dgm:pt modelId="{1CF869F3-B9B1-44F4-959B-1CBF4AB63E88}" type="pres">
      <dgm:prSet presAssocID="{B8AEC114-CEBC-47C8-886B-23389E9856FB}" presName="compNode" presStyleCnt="0"/>
      <dgm:spPr/>
    </dgm:pt>
    <dgm:pt modelId="{C51EE269-439B-4021-B926-EF8089B4E344}" type="pres">
      <dgm:prSet presAssocID="{B8AEC114-CEBC-47C8-886B-23389E9856FB}" presName="bgRect" presStyleLbl="bgShp" presStyleIdx="3" presStyleCnt="4"/>
      <dgm:spPr/>
    </dgm:pt>
    <dgm:pt modelId="{D4650A98-6CEB-4F0D-A382-4314A91E1966}" type="pres">
      <dgm:prSet presAssocID="{B8AEC114-CEBC-47C8-886B-23389E9856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0734BA4A-3A19-4C98-8686-3C3CE3B63287}" type="pres">
      <dgm:prSet presAssocID="{B8AEC114-CEBC-47C8-886B-23389E9856FB}" presName="spaceRect" presStyleCnt="0"/>
      <dgm:spPr/>
    </dgm:pt>
    <dgm:pt modelId="{12A8BD48-8A64-4C17-9763-E084ADA9B8D9}" type="pres">
      <dgm:prSet presAssocID="{B8AEC114-CEBC-47C8-886B-23389E9856F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2FAA016-0F0B-467E-A0C1-674E6682AE83}" srcId="{4FC0D7E7-514C-4993-B603-17B175BD90E1}" destId="{B8AEC114-CEBC-47C8-886B-23389E9856FB}" srcOrd="3" destOrd="0" parTransId="{A8AA3488-06F2-412A-8F70-7550591D17F9}" sibTransId="{410CADAD-E3A7-4427-A175-A6CCFB15A10E}"/>
    <dgm:cxn modelId="{0CBAA626-398A-4914-A6BD-D5A789E93628}" type="presOf" srcId="{B8AEC114-CEBC-47C8-886B-23389E9856FB}" destId="{12A8BD48-8A64-4C17-9763-E084ADA9B8D9}" srcOrd="0" destOrd="0" presId="urn:microsoft.com/office/officeart/2018/2/layout/IconVerticalSolidList"/>
    <dgm:cxn modelId="{3A0C433A-0CAC-41FF-95FC-5AF042071155}" type="presOf" srcId="{1D13BFD4-944D-4D98-B055-A5C2ACCAAC9D}" destId="{A3D27CB1-6438-4B3A-BE2C-75C58F7AE847}" srcOrd="0" destOrd="0" presId="urn:microsoft.com/office/officeart/2018/2/layout/IconVerticalSolidList"/>
    <dgm:cxn modelId="{6E3C2D41-79E8-4DB9-8B46-944EF8B959D1}" type="presOf" srcId="{B80F1B77-28EE-475D-AC1A-EFFC70549F6C}" destId="{3C4E9B8D-E68F-48BB-B22D-68DABE71CD0D}" srcOrd="0" destOrd="0" presId="urn:microsoft.com/office/officeart/2018/2/layout/IconVerticalSolidList"/>
    <dgm:cxn modelId="{4204D282-6F1F-48FF-AF14-AEDDDA4E9ABC}" srcId="{4FC0D7E7-514C-4993-B603-17B175BD90E1}" destId="{B80F1B77-28EE-475D-AC1A-EFFC70549F6C}" srcOrd="0" destOrd="0" parTransId="{8FDF879D-12EE-40D1-BAE4-29F7636E9B1D}" sibTransId="{3BA32FA0-5D58-4340-8C44-EFE70E84E656}"/>
    <dgm:cxn modelId="{B06F249D-5075-4333-95D3-80FD9A55241B}" type="presOf" srcId="{4FC0D7E7-514C-4993-B603-17B175BD90E1}" destId="{CFDB7C67-5938-444D-9B5B-30759DBC7EE5}" srcOrd="0" destOrd="0" presId="urn:microsoft.com/office/officeart/2018/2/layout/IconVerticalSolidList"/>
    <dgm:cxn modelId="{E35F629E-89B6-4F37-81F7-D85C6883BE9F}" type="presOf" srcId="{34269DFE-1434-4453-9866-7E4A772D2F9B}" destId="{FCEBA582-00B1-4528-A96F-11593B7A3D5A}" srcOrd="0" destOrd="0" presId="urn:microsoft.com/office/officeart/2018/2/layout/IconVerticalSolidList"/>
    <dgm:cxn modelId="{8836BDB0-736F-445A-AC13-2C135BD10A60}" srcId="{4FC0D7E7-514C-4993-B603-17B175BD90E1}" destId="{34269DFE-1434-4453-9866-7E4A772D2F9B}" srcOrd="1" destOrd="0" parTransId="{E70EA4CD-C0CF-478D-82A8-83E3410006F0}" sibTransId="{000A76DE-3FAD-4382-A38D-4365CCF5944D}"/>
    <dgm:cxn modelId="{F3CA14B9-D49F-462C-A579-FDD37AE9BC7A}" srcId="{4FC0D7E7-514C-4993-B603-17B175BD90E1}" destId="{1D13BFD4-944D-4D98-B055-A5C2ACCAAC9D}" srcOrd="2" destOrd="0" parTransId="{808C37FF-564A-4898-9F86-37F51BA319FD}" sibTransId="{0F4E4C82-25AC-45BF-951E-888FB2F62095}"/>
    <dgm:cxn modelId="{F899F5E4-B46A-4D76-A397-CA742474DDEF}" type="presParOf" srcId="{CFDB7C67-5938-444D-9B5B-30759DBC7EE5}" destId="{974AB2F5-BA78-4A52-BD65-A90911F6C156}" srcOrd="0" destOrd="0" presId="urn:microsoft.com/office/officeart/2018/2/layout/IconVerticalSolidList"/>
    <dgm:cxn modelId="{28BEBCAE-8398-4929-BA65-CCD117FD7FAF}" type="presParOf" srcId="{974AB2F5-BA78-4A52-BD65-A90911F6C156}" destId="{BDE33F4E-13E7-4651-9FBD-91AE066FCF74}" srcOrd="0" destOrd="0" presId="urn:microsoft.com/office/officeart/2018/2/layout/IconVerticalSolidList"/>
    <dgm:cxn modelId="{237BD001-C107-4F14-9D25-678988C892B9}" type="presParOf" srcId="{974AB2F5-BA78-4A52-BD65-A90911F6C156}" destId="{4D8FFD7F-6815-4972-9DE2-7D99714038EB}" srcOrd="1" destOrd="0" presId="urn:microsoft.com/office/officeart/2018/2/layout/IconVerticalSolidList"/>
    <dgm:cxn modelId="{A3FA65B4-CD18-4D0E-819C-C661F616140A}" type="presParOf" srcId="{974AB2F5-BA78-4A52-BD65-A90911F6C156}" destId="{F9ECC62F-7A4C-4C6D-B961-32021AB271B9}" srcOrd="2" destOrd="0" presId="urn:microsoft.com/office/officeart/2018/2/layout/IconVerticalSolidList"/>
    <dgm:cxn modelId="{3C796535-003F-44E0-B6A4-20C836FB6815}" type="presParOf" srcId="{974AB2F5-BA78-4A52-BD65-A90911F6C156}" destId="{3C4E9B8D-E68F-48BB-B22D-68DABE71CD0D}" srcOrd="3" destOrd="0" presId="urn:microsoft.com/office/officeart/2018/2/layout/IconVerticalSolidList"/>
    <dgm:cxn modelId="{8FF07BB4-AF04-473F-BA6A-9A6FE2F44806}" type="presParOf" srcId="{CFDB7C67-5938-444D-9B5B-30759DBC7EE5}" destId="{4B2EC385-9F8A-45A9-8DD0-B01CA13690E4}" srcOrd="1" destOrd="0" presId="urn:microsoft.com/office/officeart/2018/2/layout/IconVerticalSolidList"/>
    <dgm:cxn modelId="{8671D559-6B77-4DA1-BB18-78A9DA541AB4}" type="presParOf" srcId="{CFDB7C67-5938-444D-9B5B-30759DBC7EE5}" destId="{287B49B2-C5E3-419F-823E-60C20A9A7EAE}" srcOrd="2" destOrd="0" presId="urn:microsoft.com/office/officeart/2018/2/layout/IconVerticalSolidList"/>
    <dgm:cxn modelId="{D9ECDF76-4D2F-4835-8751-C9996BEFA1B1}" type="presParOf" srcId="{287B49B2-C5E3-419F-823E-60C20A9A7EAE}" destId="{BFC89CD3-71C3-46AE-BEAC-FD3D05DA3D48}" srcOrd="0" destOrd="0" presId="urn:microsoft.com/office/officeart/2018/2/layout/IconVerticalSolidList"/>
    <dgm:cxn modelId="{3B8FC026-845B-4944-AAC1-8CC9DAA1C7DD}" type="presParOf" srcId="{287B49B2-C5E3-419F-823E-60C20A9A7EAE}" destId="{233DF9C7-1122-472F-8047-2F774287CAF3}" srcOrd="1" destOrd="0" presId="urn:microsoft.com/office/officeart/2018/2/layout/IconVerticalSolidList"/>
    <dgm:cxn modelId="{1C33E4D3-7632-42CD-8006-C84ED289B755}" type="presParOf" srcId="{287B49B2-C5E3-419F-823E-60C20A9A7EAE}" destId="{9633DAF7-37C5-444F-A8AF-0D2FC5338107}" srcOrd="2" destOrd="0" presId="urn:microsoft.com/office/officeart/2018/2/layout/IconVerticalSolidList"/>
    <dgm:cxn modelId="{D48E4D67-A062-468F-BB77-5027008AD2C7}" type="presParOf" srcId="{287B49B2-C5E3-419F-823E-60C20A9A7EAE}" destId="{FCEBA582-00B1-4528-A96F-11593B7A3D5A}" srcOrd="3" destOrd="0" presId="urn:microsoft.com/office/officeart/2018/2/layout/IconVerticalSolidList"/>
    <dgm:cxn modelId="{B8698778-69E1-4DDD-9995-7EA8D9719CD2}" type="presParOf" srcId="{CFDB7C67-5938-444D-9B5B-30759DBC7EE5}" destId="{6FCC1785-79A5-40CD-A0EA-9D8E7494FAFD}" srcOrd="3" destOrd="0" presId="urn:microsoft.com/office/officeart/2018/2/layout/IconVerticalSolidList"/>
    <dgm:cxn modelId="{8F56BB8A-175E-4A2B-ADA2-CB8FFBCAE7D8}" type="presParOf" srcId="{CFDB7C67-5938-444D-9B5B-30759DBC7EE5}" destId="{E968C82A-A13A-4249-9868-4C6F37D848C9}" srcOrd="4" destOrd="0" presId="urn:microsoft.com/office/officeart/2018/2/layout/IconVerticalSolidList"/>
    <dgm:cxn modelId="{CE5D1E58-D3EE-4B7A-993A-62EB629ECDBE}" type="presParOf" srcId="{E968C82A-A13A-4249-9868-4C6F37D848C9}" destId="{DBC9C9F0-482A-4401-8FF5-FB610A6471D5}" srcOrd="0" destOrd="0" presId="urn:microsoft.com/office/officeart/2018/2/layout/IconVerticalSolidList"/>
    <dgm:cxn modelId="{D93ADBAF-0062-4559-80C6-5C2656FF1904}" type="presParOf" srcId="{E968C82A-A13A-4249-9868-4C6F37D848C9}" destId="{47161FC5-E545-421E-AD62-244DAC56B6CF}" srcOrd="1" destOrd="0" presId="urn:microsoft.com/office/officeart/2018/2/layout/IconVerticalSolidList"/>
    <dgm:cxn modelId="{C143A216-3568-49A1-91BD-2CC03A353C09}" type="presParOf" srcId="{E968C82A-A13A-4249-9868-4C6F37D848C9}" destId="{72486255-03CF-4118-AC35-A67B4BD70594}" srcOrd="2" destOrd="0" presId="urn:microsoft.com/office/officeart/2018/2/layout/IconVerticalSolidList"/>
    <dgm:cxn modelId="{03A47254-25DF-48F9-8D24-AFC3B22420AB}" type="presParOf" srcId="{E968C82A-A13A-4249-9868-4C6F37D848C9}" destId="{A3D27CB1-6438-4B3A-BE2C-75C58F7AE847}" srcOrd="3" destOrd="0" presId="urn:microsoft.com/office/officeart/2018/2/layout/IconVerticalSolidList"/>
    <dgm:cxn modelId="{F4B0396B-2EA1-4B59-A196-F768D5541590}" type="presParOf" srcId="{CFDB7C67-5938-444D-9B5B-30759DBC7EE5}" destId="{DFDAEEE1-B9F2-4001-9D3A-DE052EA68C0B}" srcOrd="5" destOrd="0" presId="urn:microsoft.com/office/officeart/2018/2/layout/IconVerticalSolidList"/>
    <dgm:cxn modelId="{B49F76E4-8EC4-48AC-B0C9-20E9149C805F}" type="presParOf" srcId="{CFDB7C67-5938-444D-9B5B-30759DBC7EE5}" destId="{1CF869F3-B9B1-44F4-959B-1CBF4AB63E88}" srcOrd="6" destOrd="0" presId="urn:microsoft.com/office/officeart/2018/2/layout/IconVerticalSolidList"/>
    <dgm:cxn modelId="{A7A89C64-D603-49E3-B5DE-AFE1990E0265}" type="presParOf" srcId="{1CF869F3-B9B1-44F4-959B-1CBF4AB63E88}" destId="{C51EE269-439B-4021-B926-EF8089B4E344}" srcOrd="0" destOrd="0" presId="urn:microsoft.com/office/officeart/2018/2/layout/IconVerticalSolidList"/>
    <dgm:cxn modelId="{0283EC00-7D1C-474A-B536-AC9CF93344A4}" type="presParOf" srcId="{1CF869F3-B9B1-44F4-959B-1CBF4AB63E88}" destId="{D4650A98-6CEB-4F0D-A382-4314A91E1966}" srcOrd="1" destOrd="0" presId="urn:microsoft.com/office/officeart/2018/2/layout/IconVerticalSolidList"/>
    <dgm:cxn modelId="{B7F6D2F3-3ED6-43C4-9FCC-76CC87DB7B21}" type="presParOf" srcId="{1CF869F3-B9B1-44F4-959B-1CBF4AB63E88}" destId="{0734BA4A-3A19-4C98-8686-3C3CE3B63287}" srcOrd="2" destOrd="0" presId="urn:microsoft.com/office/officeart/2018/2/layout/IconVerticalSolidList"/>
    <dgm:cxn modelId="{0F734BF0-9890-45C9-9014-E875B57E09D0}" type="presParOf" srcId="{1CF869F3-B9B1-44F4-959B-1CBF4AB63E88}" destId="{12A8BD48-8A64-4C17-9763-E084ADA9B8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DEF690-BFEC-4995-A194-D999E6988B1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A7229C-47D3-4F94-9D1B-811564BDAB0B}">
      <dgm:prSet/>
      <dgm:spPr/>
      <dgm:t>
        <a:bodyPr/>
        <a:lstStyle/>
        <a:p>
          <a:r>
            <a:rPr lang="en-US" dirty="0"/>
            <a:t>* Transaction-level data analyzed for 2007</a:t>
          </a:r>
        </a:p>
      </dgm:t>
    </dgm:pt>
    <dgm:pt modelId="{7C56532D-B8ED-43AD-A3C4-B2692A0A6C83}" type="parTrans" cxnId="{EE08B01E-47AB-4551-B5B9-EEBB3DE0C491}">
      <dgm:prSet/>
      <dgm:spPr/>
      <dgm:t>
        <a:bodyPr/>
        <a:lstStyle/>
        <a:p>
          <a:endParaRPr lang="en-US"/>
        </a:p>
      </dgm:t>
    </dgm:pt>
    <dgm:pt modelId="{54DE42FC-BDBB-4223-B423-A0FB08DAEB61}" type="sibTrans" cxnId="{EE08B01E-47AB-4551-B5B9-EEBB3DE0C491}">
      <dgm:prSet/>
      <dgm:spPr/>
      <dgm:t>
        <a:bodyPr/>
        <a:lstStyle/>
        <a:p>
          <a:endParaRPr lang="en-US"/>
        </a:p>
      </dgm:t>
    </dgm:pt>
    <dgm:pt modelId="{04F72B90-F4A6-4B14-BDA4-6009AC25BA73}">
      <dgm:prSet/>
      <dgm:spPr/>
      <dgm:t>
        <a:bodyPr/>
        <a:lstStyle/>
        <a:p>
          <a:r>
            <a:rPr lang="en-US"/>
            <a:t>* Aggregated to basket level for behavioral comparison</a:t>
          </a:r>
        </a:p>
      </dgm:t>
    </dgm:pt>
    <dgm:pt modelId="{15B1E057-EE8E-44D9-B235-0AFE6D635610}" type="parTrans" cxnId="{1D696A37-613F-4CE5-A16F-569DAA257666}">
      <dgm:prSet/>
      <dgm:spPr/>
      <dgm:t>
        <a:bodyPr/>
        <a:lstStyle/>
        <a:p>
          <a:endParaRPr lang="en-US"/>
        </a:p>
      </dgm:t>
    </dgm:pt>
    <dgm:pt modelId="{DB596E8F-7BA4-47DB-A42E-37795EFABF46}" type="sibTrans" cxnId="{1D696A37-613F-4CE5-A16F-569DAA257666}">
      <dgm:prSet/>
      <dgm:spPr/>
      <dgm:t>
        <a:bodyPr/>
        <a:lstStyle/>
        <a:p>
          <a:endParaRPr lang="en-US"/>
        </a:p>
      </dgm:t>
    </dgm:pt>
    <dgm:pt modelId="{401EDFF3-F9D8-4629-8DA4-827F5B7ACA62}">
      <dgm:prSet/>
      <dgm:spPr/>
      <dgm:t>
        <a:bodyPr/>
        <a:lstStyle/>
        <a:p>
          <a:r>
            <a:rPr lang="en-US"/>
            <a:t>* Compared loyal vs non-loyal baskets</a:t>
          </a:r>
        </a:p>
      </dgm:t>
    </dgm:pt>
    <dgm:pt modelId="{5786CB28-05E5-481C-8ACB-08D378DDB412}" type="parTrans" cxnId="{65CAA563-EBBD-47C1-8935-4EEE28D4530E}">
      <dgm:prSet/>
      <dgm:spPr/>
      <dgm:t>
        <a:bodyPr/>
        <a:lstStyle/>
        <a:p>
          <a:endParaRPr lang="en-US"/>
        </a:p>
      </dgm:t>
    </dgm:pt>
    <dgm:pt modelId="{31F90056-DD34-4E12-9AD9-BBBB8198AF14}" type="sibTrans" cxnId="{65CAA563-EBBD-47C1-8935-4EEE28D4530E}">
      <dgm:prSet/>
      <dgm:spPr/>
      <dgm:t>
        <a:bodyPr/>
        <a:lstStyle/>
        <a:p>
          <a:endParaRPr lang="en-US"/>
        </a:p>
      </dgm:t>
    </dgm:pt>
    <dgm:pt modelId="{22ECCCD7-3AB9-4676-9B48-3B6D72341B19}">
      <dgm:prSet/>
      <dgm:spPr/>
      <dgm:t>
        <a:bodyPr/>
        <a:lstStyle/>
        <a:p>
          <a:r>
            <a:rPr lang="en-US"/>
            <a:t>* Calculated:</a:t>
          </a:r>
        </a:p>
      </dgm:t>
    </dgm:pt>
    <dgm:pt modelId="{4A69364B-7086-4E02-95ED-8C7C7818B767}" type="parTrans" cxnId="{4EE0ED5B-24E1-4459-A413-668BF5C094A5}">
      <dgm:prSet/>
      <dgm:spPr/>
      <dgm:t>
        <a:bodyPr/>
        <a:lstStyle/>
        <a:p>
          <a:endParaRPr lang="en-US"/>
        </a:p>
      </dgm:t>
    </dgm:pt>
    <dgm:pt modelId="{5EA786BB-58D0-4C8C-AD59-C45327360754}" type="sibTrans" cxnId="{4EE0ED5B-24E1-4459-A413-668BF5C094A5}">
      <dgm:prSet/>
      <dgm:spPr/>
      <dgm:t>
        <a:bodyPr/>
        <a:lstStyle/>
        <a:p>
          <a:endParaRPr lang="en-US"/>
        </a:p>
      </dgm:t>
    </dgm:pt>
    <dgm:pt modelId="{5C8DCA82-718A-4665-BCD6-537750E1166D}">
      <dgm:prSet/>
      <dgm:spPr/>
      <dgm:t>
        <a:bodyPr/>
        <a:lstStyle/>
        <a:p>
          <a:r>
            <a:rPr lang="en-US"/>
            <a:t>– Basket penetration</a:t>
          </a:r>
        </a:p>
      </dgm:t>
    </dgm:pt>
    <dgm:pt modelId="{F8055ECA-2007-4273-8FD9-D951768E9F73}" type="parTrans" cxnId="{04D5886F-3FFC-4576-8FC6-EF5B4344ED59}">
      <dgm:prSet/>
      <dgm:spPr/>
      <dgm:t>
        <a:bodyPr/>
        <a:lstStyle/>
        <a:p>
          <a:endParaRPr lang="en-US"/>
        </a:p>
      </dgm:t>
    </dgm:pt>
    <dgm:pt modelId="{F332EED9-4528-4D68-BFDE-671A12E39E35}" type="sibTrans" cxnId="{04D5886F-3FFC-4576-8FC6-EF5B4344ED59}">
      <dgm:prSet/>
      <dgm:spPr/>
      <dgm:t>
        <a:bodyPr/>
        <a:lstStyle/>
        <a:p>
          <a:endParaRPr lang="en-US"/>
        </a:p>
      </dgm:t>
    </dgm:pt>
    <dgm:pt modelId="{BE675982-FC80-403F-A028-05733B8F2BE7}">
      <dgm:prSet/>
      <dgm:spPr/>
      <dgm:t>
        <a:bodyPr/>
        <a:lstStyle/>
        <a:p>
          <a:r>
            <a:rPr lang="en-US"/>
            <a:t>– Revenue penetration</a:t>
          </a:r>
        </a:p>
      </dgm:t>
    </dgm:pt>
    <dgm:pt modelId="{4D976834-162A-4CB4-BB5A-BFE758C1F474}" type="parTrans" cxnId="{DBB43FCF-E607-42C4-94B9-A31CAE4D58E1}">
      <dgm:prSet/>
      <dgm:spPr/>
      <dgm:t>
        <a:bodyPr/>
        <a:lstStyle/>
        <a:p>
          <a:endParaRPr lang="en-US"/>
        </a:p>
      </dgm:t>
    </dgm:pt>
    <dgm:pt modelId="{F1F7772D-DDC3-4FE7-BB91-A241CF872BC7}" type="sibTrans" cxnId="{DBB43FCF-E607-42C4-94B9-A31CAE4D58E1}">
      <dgm:prSet/>
      <dgm:spPr/>
      <dgm:t>
        <a:bodyPr/>
        <a:lstStyle/>
        <a:p>
          <a:endParaRPr lang="en-US"/>
        </a:p>
      </dgm:t>
    </dgm:pt>
    <dgm:pt modelId="{9984B37E-0143-4DB2-9F25-E8535FA145DD}">
      <dgm:prSet/>
      <dgm:spPr/>
      <dgm:t>
        <a:bodyPr/>
        <a:lstStyle/>
        <a:p>
          <a:r>
            <a:rPr lang="en-US"/>
            <a:t>– Average basket value</a:t>
          </a:r>
        </a:p>
      </dgm:t>
    </dgm:pt>
    <dgm:pt modelId="{9158C683-7A1F-41C3-9CA4-357447C9FCA7}" type="parTrans" cxnId="{867BC83B-2103-423F-B664-431F1B49BE3D}">
      <dgm:prSet/>
      <dgm:spPr/>
      <dgm:t>
        <a:bodyPr/>
        <a:lstStyle/>
        <a:p>
          <a:endParaRPr lang="en-US"/>
        </a:p>
      </dgm:t>
    </dgm:pt>
    <dgm:pt modelId="{BF64C4B5-D769-4997-9497-6C353B960B71}" type="sibTrans" cxnId="{867BC83B-2103-423F-B664-431F1B49BE3D}">
      <dgm:prSet/>
      <dgm:spPr/>
      <dgm:t>
        <a:bodyPr/>
        <a:lstStyle/>
        <a:p>
          <a:endParaRPr lang="en-US"/>
        </a:p>
      </dgm:t>
    </dgm:pt>
    <dgm:pt modelId="{869F7BC2-87D0-4997-B027-831867B78DEC}">
      <dgm:prSet/>
      <dgm:spPr/>
      <dgm:t>
        <a:bodyPr/>
        <a:lstStyle/>
        <a:p>
          <a:r>
            <a:rPr lang="en-US"/>
            <a:t>– Revenue uplift</a:t>
          </a:r>
        </a:p>
      </dgm:t>
    </dgm:pt>
    <dgm:pt modelId="{A67051EB-EF6C-48BD-B796-04F984236EFB}" type="parTrans" cxnId="{C4FBBF81-B192-4386-970E-A1B054C63FBA}">
      <dgm:prSet/>
      <dgm:spPr/>
      <dgm:t>
        <a:bodyPr/>
        <a:lstStyle/>
        <a:p>
          <a:endParaRPr lang="en-US"/>
        </a:p>
      </dgm:t>
    </dgm:pt>
    <dgm:pt modelId="{15A92974-8A54-46EC-9656-C5ADB86F8F34}" type="sibTrans" cxnId="{C4FBBF81-B192-4386-970E-A1B054C63FBA}">
      <dgm:prSet/>
      <dgm:spPr/>
      <dgm:t>
        <a:bodyPr/>
        <a:lstStyle/>
        <a:p>
          <a:endParaRPr lang="en-US"/>
        </a:p>
      </dgm:t>
    </dgm:pt>
    <dgm:pt modelId="{2640B4D5-1744-430B-955E-E7A61A83A6C4}">
      <dgm:prSet/>
      <dgm:spPr/>
      <dgm:t>
        <a:bodyPr/>
        <a:lstStyle/>
        <a:p>
          <a:r>
            <a:rPr lang="en-US"/>
            <a:t>* Validated calculations using SQL for scalability</a:t>
          </a:r>
        </a:p>
      </dgm:t>
    </dgm:pt>
    <dgm:pt modelId="{07704EBD-D880-44C8-A1E7-66B31EF64C25}" type="parTrans" cxnId="{B2432C6F-6182-45BB-BA1C-9649FEA32FD3}">
      <dgm:prSet/>
      <dgm:spPr/>
      <dgm:t>
        <a:bodyPr/>
        <a:lstStyle/>
        <a:p>
          <a:endParaRPr lang="en-US"/>
        </a:p>
      </dgm:t>
    </dgm:pt>
    <dgm:pt modelId="{6C1CB537-E5FA-4DD1-9A25-A998FADADC0B}" type="sibTrans" cxnId="{B2432C6F-6182-45BB-BA1C-9649FEA32FD3}">
      <dgm:prSet/>
      <dgm:spPr/>
      <dgm:t>
        <a:bodyPr/>
        <a:lstStyle/>
        <a:p>
          <a:endParaRPr lang="en-US"/>
        </a:p>
      </dgm:t>
    </dgm:pt>
    <dgm:pt modelId="{863F69CE-F205-4547-9C0D-0B92B08EF008}" type="pres">
      <dgm:prSet presAssocID="{64DEF690-BFEC-4995-A194-D999E6988B15}" presName="vert0" presStyleCnt="0">
        <dgm:presLayoutVars>
          <dgm:dir/>
          <dgm:animOne val="branch"/>
          <dgm:animLvl val="lvl"/>
        </dgm:presLayoutVars>
      </dgm:prSet>
      <dgm:spPr/>
    </dgm:pt>
    <dgm:pt modelId="{B20E488B-DDA7-5149-92E4-AE0437BC6599}" type="pres">
      <dgm:prSet presAssocID="{01A7229C-47D3-4F94-9D1B-811564BDAB0B}" presName="thickLine" presStyleLbl="alignNode1" presStyleIdx="0" presStyleCnt="9"/>
      <dgm:spPr/>
    </dgm:pt>
    <dgm:pt modelId="{B60CAACD-B1FA-AD41-9ECB-6791DF88C58C}" type="pres">
      <dgm:prSet presAssocID="{01A7229C-47D3-4F94-9D1B-811564BDAB0B}" presName="horz1" presStyleCnt="0"/>
      <dgm:spPr/>
    </dgm:pt>
    <dgm:pt modelId="{9126196F-39D6-4548-AB04-0D1A12423C10}" type="pres">
      <dgm:prSet presAssocID="{01A7229C-47D3-4F94-9D1B-811564BDAB0B}" presName="tx1" presStyleLbl="revTx" presStyleIdx="0" presStyleCnt="9"/>
      <dgm:spPr/>
    </dgm:pt>
    <dgm:pt modelId="{D6414AE9-04D4-C84D-890A-210393C25AD0}" type="pres">
      <dgm:prSet presAssocID="{01A7229C-47D3-4F94-9D1B-811564BDAB0B}" presName="vert1" presStyleCnt="0"/>
      <dgm:spPr/>
    </dgm:pt>
    <dgm:pt modelId="{6EAA8C06-5357-4941-8645-1E3FD5951515}" type="pres">
      <dgm:prSet presAssocID="{04F72B90-F4A6-4B14-BDA4-6009AC25BA73}" presName="thickLine" presStyleLbl="alignNode1" presStyleIdx="1" presStyleCnt="9"/>
      <dgm:spPr/>
    </dgm:pt>
    <dgm:pt modelId="{93A80F76-D0EB-5042-8723-FE5B17F36C18}" type="pres">
      <dgm:prSet presAssocID="{04F72B90-F4A6-4B14-BDA4-6009AC25BA73}" presName="horz1" presStyleCnt="0"/>
      <dgm:spPr/>
    </dgm:pt>
    <dgm:pt modelId="{9090785E-393C-EE4E-8747-38CAF63DC09F}" type="pres">
      <dgm:prSet presAssocID="{04F72B90-F4A6-4B14-BDA4-6009AC25BA73}" presName="tx1" presStyleLbl="revTx" presStyleIdx="1" presStyleCnt="9"/>
      <dgm:spPr/>
    </dgm:pt>
    <dgm:pt modelId="{E90A8272-F9DC-8F4B-A092-47458EF090A5}" type="pres">
      <dgm:prSet presAssocID="{04F72B90-F4A6-4B14-BDA4-6009AC25BA73}" presName="vert1" presStyleCnt="0"/>
      <dgm:spPr/>
    </dgm:pt>
    <dgm:pt modelId="{A13A2689-EE1E-5D46-A837-DF68FF8F3FDA}" type="pres">
      <dgm:prSet presAssocID="{401EDFF3-F9D8-4629-8DA4-827F5B7ACA62}" presName="thickLine" presStyleLbl="alignNode1" presStyleIdx="2" presStyleCnt="9"/>
      <dgm:spPr/>
    </dgm:pt>
    <dgm:pt modelId="{61491680-FEB1-C641-9021-7CA51275BD5D}" type="pres">
      <dgm:prSet presAssocID="{401EDFF3-F9D8-4629-8DA4-827F5B7ACA62}" presName="horz1" presStyleCnt="0"/>
      <dgm:spPr/>
    </dgm:pt>
    <dgm:pt modelId="{340F7815-DC96-EF4E-9539-2A7449C93349}" type="pres">
      <dgm:prSet presAssocID="{401EDFF3-F9D8-4629-8DA4-827F5B7ACA62}" presName="tx1" presStyleLbl="revTx" presStyleIdx="2" presStyleCnt="9"/>
      <dgm:spPr/>
    </dgm:pt>
    <dgm:pt modelId="{93B64DF9-728B-734B-BE04-03C131E4CB4E}" type="pres">
      <dgm:prSet presAssocID="{401EDFF3-F9D8-4629-8DA4-827F5B7ACA62}" presName="vert1" presStyleCnt="0"/>
      <dgm:spPr/>
    </dgm:pt>
    <dgm:pt modelId="{25C30D4D-74EF-4343-BD3D-671E1B73341B}" type="pres">
      <dgm:prSet presAssocID="{22ECCCD7-3AB9-4676-9B48-3B6D72341B19}" presName="thickLine" presStyleLbl="alignNode1" presStyleIdx="3" presStyleCnt="9"/>
      <dgm:spPr/>
    </dgm:pt>
    <dgm:pt modelId="{47B73A22-5284-B141-8CFB-FE48F58BE2B6}" type="pres">
      <dgm:prSet presAssocID="{22ECCCD7-3AB9-4676-9B48-3B6D72341B19}" presName="horz1" presStyleCnt="0"/>
      <dgm:spPr/>
    </dgm:pt>
    <dgm:pt modelId="{069393B2-5C31-4645-BB0F-456CB67A4F5B}" type="pres">
      <dgm:prSet presAssocID="{22ECCCD7-3AB9-4676-9B48-3B6D72341B19}" presName="tx1" presStyleLbl="revTx" presStyleIdx="3" presStyleCnt="9"/>
      <dgm:spPr/>
    </dgm:pt>
    <dgm:pt modelId="{FB8B1C83-BB84-8348-824C-F0CF7F03BB79}" type="pres">
      <dgm:prSet presAssocID="{22ECCCD7-3AB9-4676-9B48-3B6D72341B19}" presName="vert1" presStyleCnt="0"/>
      <dgm:spPr/>
    </dgm:pt>
    <dgm:pt modelId="{1580F600-CD99-D041-9426-B82F92B4D492}" type="pres">
      <dgm:prSet presAssocID="{5C8DCA82-718A-4665-BCD6-537750E1166D}" presName="thickLine" presStyleLbl="alignNode1" presStyleIdx="4" presStyleCnt="9"/>
      <dgm:spPr/>
    </dgm:pt>
    <dgm:pt modelId="{67A34356-DBF3-F844-8F2F-74F8205DC946}" type="pres">
      <dgm:prSet presAssocID="{5C8DCA82-718A-4665-BCD6-537750E1166D}" presName="horz1" presStyleCnt="0"/>
      <dgm:spPr/>
    </dgm:pt>
    <dgm:pt modelId="{6E4B46AA-56CA-854F-89AF-82608535FFEB}" type="pres">
      <dgm:prSet presAssocID="{5C8DCA82-718A-4665-BCD6-537750E1166D}" presName="tx1" presStyleLbl="revTx" presStyleIdx="4" presStyleCnt="9"/>
      <dgm:spPr/>
    </dgm:pt>
    <dgm:pt modelId="{B4CDC457-97FD-8C46-BF00-9AA9A4E77582}" type="pres">
      <dgm:prSet presAssocID="{5C8DCA82-718A-4665-BCD6-537750E1166D}" presName="vert1" presStyleCnt="0"/>
      <dgm:spPr/>
    </dgm:pt>
    <dgm:pt modelId="{4292B348-BA49-ED42-972E-80A7150F6F2C}" type="pres">
      <dgm:prSet presAssocID="{BE675982-FC80-403F-A028-05733B8F2BE7}" presName="thickLine" presStyleLbl="alignNode1" presStyleIdx="5" presStyleCnt="9"/>
      <dgm:spPr/>
    </dgm:pt>
    <dgm:pt modelId="{D29A3478-144A-8748-8504-62D478655D7A}" type="pres">
      <dgm:prSet presAssocID="{BE675982-FC80-403F-A028-05733B8F2BE7}" presName="horz1" presStyleCnt="0"/>
      <dgm:spPr/>
    </dgm:pt>
    <dgm:pt modelId="{4F38558B-2E36-EC4E-83C7-20DB3DEB3528}" type="pres">
      <dgm:prSet presAssocID="{BE675982-FC80-403F-A028-05733B8F2BE7}" presName="tx1" presStyleLbl="revTx" presStyleIdx="5" presStyleCnt="9"/>
      <dgm:spPr/>
    </dgm:pt>
    <dgm:pt modelId="{7652997C-983C-1343-BBFD-26EB2F93BB38}" type="pres">
      <dgm:prSet presAssocID="{BE675982-FC80-403F-A028-05733B8F2BE7}" presName="vert1" presStyleCnt="0"/>
      <dgm:spPr/>
    </dgm:pt>
    <dgm:pt modelId="{CCA38A80-49D7-6449-8862-DAE591BC7B05}" type="pres">
      <dgm:prSet presAssocID="{9984B37E-0143-4DB2-9F25-E8535FA145DD}" presName="thickLine" presStyleLbl="alignNode1" presStyleIdx="6" presStyleCnt="9"/>
      <dgm:spPr/>
    </dgm:pt>
    <dgm:pt modelId="{806559DD-E02B-7A48-BA2A-1B3B94FBE05A}" type="pres">
      <dgm:prSet presAssocID="{9984B37E-0143-4DB2-9F25-E8535FA145DD}" presName="horz1" presStyleCnt="0"/>
      <dgm:spPr/>
    </dgm:pt>
    <dgm:pt modelId="{689F0FC8-6197-0949-8894-664CA91DD6DE}" type="pres">
      <dgm:prSet presAssocID="{9984B37E-0143-4DB2-9F25-E8535FA145DD}" presName="tx1" presStyleLbl="revTx" presStyleIdx="6" presStyleCnt="9"/>
      <dgm:spPr/>
    </dgm:pt>
    <dgm:pt modelId="{84AA8CF5-BA5C-914B-9A05-61F23A92AFA8}" type="pres">
      <dgm:prSet presAssocID="{9984B37E-0143-4DB2-9F25-E8535FA145DD}" presName="vert1" presStyleCnt="0"/>
      <dgm:spPr/>
    </dgm:pt>
    <dgm:pt modelId="{0BF871B4-8A87-184B-9758-6DA0D14BF843}" type="pres">
      <dgm:prSet presAssocID="{869F7BC2-87D0-4997-B027-831867B78DEC}" presName="thickLine" presStyleLbl="alignNode1" presStyleIdx="7" presStyleCnt="9"/>
      <dgm:spPr/>
    </dgm:pt>
    <dgm:pt modelId="{45D32347-5607-CE41-8091-564BA1081CB7}" type="pres">
      <dgm:prSet presAssocID="{869F7BC2-87D0-4997-B027-831867B78DEC}" presName="horz1" presStyleCnt="0"/>
      <dgm:spPr/>
    </dgm:pt>
    <dgm:pt modelId="{0ADD3099-92B8-6849-ADB6-DF5B4E545603}" type="pres">
      <dgm:prSet presAssocID="{869F7BC2-87D0-4997-B027-831867B78DEC}" presName="tx1" presStyleLbl="revTx" presStyleIdx="7" presStyleCnt="9"/>
      <dgm:spPr/>
    </dgm:pt>
    <dgm:pt modelId="{58D71981-0FE9-BD4E-A811-30C760AC8B87}" type="pres">
      <dgm:prSet presAssocID="{869F7BC2-87D0-4997-B027-831867B78DEC}" presName="vert1" presStyleCnt="0"/>
      <dgm:spPr/>
    </dgm:pt>
    <dgm:pt modelId="{C7DF5236-ED6D-3943-9B76-E1EE086A758B}" type="pres">
      <dgm:prSet presAssocID="{2640B4D5-1744-430B-955E-E7A61A83A6C4}" presName="thickLine" presStyleLbl="alignNode1" presStyleIdx="8" presStyleCnt="9"/>
      <dgm:spPr/>
    </dgm:pt>
    <dgm:pt modelId="{FDF849B9-EBFA-5B4C-B1E1-F2680F8B2C9D}" type="pres">
      <dgm:prSet presAssocID="{2640B4D5-1744-430B-955E-E7A61A83A6C4}" presName="horz1" presStyleCnt="0"/>
      <dgm:spPr/>
    </dgm:pt>
    <dgm:pt modelId="{E3937FB0-4ED4-7643-ABA9-136FA4F00FCA}" type="pres">
      <dgm:prSet presAssocID="{2640B4D5-1744-430B-955E-E7A61A83A6C4}" presName="tx1" presStyleLbl="revTx" presStyleIdx="8" presStyleCnt="9"/>
      <dgm:spPr/>
    </dgm:pt>
    <dgm:pt modelId="{3362DEB8-9E3A-944C-BF41-9F7651A663F1}" type="pres">
      <dgm:prSet presAssocID="{2640B4D5-1744-430B-955E-E7A61A83A6C4}" presName="vert1" presStyleCnt="0"/>
      <dgm:spPr/>
    </dgm:pt>
  </dgm:ptLst>
  <dgm:cxnLst>
    <dgm:cxn modelId="{CC2E6601-AFD4-3B4A-BFA8-88BA3411C3C9}" type="presOf" srcId="{9984B37E-0143-4DB2-9F25-E8535FA145DD}" destId="{689F0FC8-6197-0949-8894-664CA91DD6DE}" srcOrd="0" destOrd="0" presId="urn:microsoft.com/office/officeart/2008/layout/LinedList"/>
    <dgm:cxn modelId="{EE08B01E-47AB-4551-B5B9-EEBB3DE0C491}" srcId="{64DEF690-BFEC-4995-A194-D999E6988B15}" destId="{01A7229C-47D3-4F94-9D1B-811564BDAB0B}" srcOrd="0" destOrd="0" parTransId="{7C56532D-B8ED-43AD-A3C4-B2692A0A6C83}" sibTransId="{54DE42FC-BDBB-4223-B423-A0FB08DAEB61}"/>
    <dgm:cxn modelId="{6CC70C2D-B4A9-4D45-8204-7DAF867F99C2}" type="presOf" srcId="{01A7229C-47D3-4F94-9D1B-811564BDAB0B}" destId="{9126196F-39D6-4548-AB04-0D1A12423C10}" srcOrd="0" destOrd="0" presId="urn:microsoft.com/office/officeart/2008/layout/LinedList"/>
    <dgm:cxn modelId="{1D696A37-613F-4CE5-A16F-569DAA257666}" srcId="{64DEF690-BFEC-4995-A194-D999E6988B15}" destId="{04F72B90-F4A6-4B14-BDA4-6009AC25BA73}" srcOrd="1" destOrd="0" parTransId="{15B1E057-EE8E-44D9-B235-0AFE6D635610}" sibTransId="{DB596E8F-7BA4-47DB-A42E-37795EFABF46}"/>
    <dgm:cxn modelId="{867BC83B-2103-423F-B664-431F1B49BE3D}" srcId="{64DEF690-BFEC-4995-A194-D999E6988B15}" destId="{9984B37E-0143-4DB2-9F25-E8535FA145DD}" srcOrd="6" destOrd="0" parTransId="{9158C683-7A1F-41C3-9CA4-357447C9FCA7}" sibTransId="{BF64C4B5-D769-4997-9497-6C353B960B71}"/>
    <dgm:cxn modelId="{640DF847-CD6E-634A-96C9-A79A8F655A08}" type="presOf" srcId="{04F72B90-F4A6-4B14-BDA4-6009AC25BA73}" destId="{9090785E-393C-EE4E-8747-38CAF63DC09F}" srcOrd="0" destOrd="0" presId="urn:microsoft.com/office/officeart/2008/layout/LinedList"/>
    <dgm:cxn modelId="{78BBED4E-C3D3-B14E-A0AA-1AA5E0873D16}" type="presOf" srcId="{5C8DCA82-718A-4665-BCD6-537750E1166D}" destId="{6E4B46AA-56CA-854F-89AF-82608535FFEB}" srcOrd="0" destOrd="0" presId="urn:microsoft.com/office/officeart/2008/layout/LinedList"/>
    <dgm:cxn modelId="{4EE0ED5B-24E1-4459-A413-668BF5C094A5}" srcId="{64DEF690-BFEC-4995-A194-D999E6988B15}" destId="{22ECCCD7-3AB9-4676-9B48-3B6D72341B19}" srcOrd="3" destOrd="0" parTransId="{4A69364B-7086-4E02-95ED-8C7C7818B767}" sibTransId="{5EA786BB-58D0-4C8C-AD59-C45327360754}"/>
    <dgm:cxn modelId="{65CAA563-EBBD-47C1-8935-4EEE28D4530E}" srcId="{64DEF690-BFEC-4995-A194-D999E6988B15}" destId="{401EDFF3-F9D8-4629-8DA4-827F5B7ACA62}" srcOrd="2" destOrd="0" parTransId="{5786CB28-05E5-481C-8ACB-08D378DDB412}" sibTransId="{31F90056-DD34-4E12-9AD9-BBBB8198AF14}"/>
    <dgm:cxn modelId="{A8C0A564-3EA8-D343-B15E-FC85F81211AB}" type="presOf" srcId="{22ECCCD7-3AB9-4676-9B48-3B6D72341B19}" destId="{069393B2-5C31-4645-BB0F-456CB67A4F5B}" srcOrd="0" destOrd="0" presId="urn:microsoft.com/office/officeart/2008/layout/LinedList"/>
    <dgm:cxn modelId="{B2432C6F-6182-45BB-BA1C-9649FEA32FD3}" srcId="{64DEF690-BFEC-4995-A194-D999E6988B15}" destId="{2640B4D5-1744-430B-955E-E7A61A83A6C4}" srcOrd="8" destOrd="0" parTransId="{07704EBD-D880-44C8-A1E7-66B31EF64C25}" sibTransId="{6C1CB537-E5FA-4DD1-9A25-A998FADADC0B}"/>
    <dgm:cxn modelId="{04D5886F-3FFC-4576-8FC6-EF5B4344ED59}" srcId="{64DEF690-BFEC-4995-A194-D999E6988B15}" destId="{5C8DCA82-718A-4665-BCD6-537750E1166D}" srcOrd="4" destOrd="0" parTransId="{F8055ECA-2007-4273-8FD9-D951768E9F73}" sibTransId="{F332EED9-4528-4D68-BFDE-671A12E39E35}"/>
    <dgm:cxn modelId="{C4FBBF81-B192-4386-970E-A1B054C63FBA}" srcId="{64DEF690-BFEC-4995-A194-D999E6988B15}" destId="{869F7BC2-87D0-4997-B027-831867B78DEC}" srcOrd="7" destOrd="0" parTransId="{A67051EB-EF6C-48BD-B796-04F984236EFB}" sibTransId="{15A92974-8A54-46EC-9656-C5ADB86F8F34}"/>
    <dgm:cxn modelId="{97A7BC91-D675-354E-AA4F-A825A5E7FF52}" type="presOf" srcId="{2640B4D5-1744-430B-955E-E7A61A83A6C4}" destId="{E3937FB0-4ED4-7643-ABA9-136FA4F00FCA}" srcOrd="0" destOrd="0" presId="urn:microsoft.com/office/officeart/2008/layout/LinedList"/>
    <dgm:cxn modelId="{9C2052A8-4828-1749-B9A8-0E0FB804A322}" type="presOf" srcId="{869F7BC2-87D0-4997-B027-831867B78DEC}" destId="{0ADD3099-92B8-6849-ADB6-DF5B4E545603}" srcOrd="0" destOrd="0" presId="urn:microsoft.com/office/officeart/2008/layout/LinedList"/>
    <dgm:cxn modelId="{DBB43FCF-E607-42C4-94B9-A31CAE4D58E1}" srcId="{64DEF690-BFEC-4995-A194-D999E6988B15}" destId="{BE675982-FC80-403F-A028-05733B8F2BE7}" srcOrd="5" destOrd="0" parTransId="{4D976834-162A-4CB4-BB5A-BFE758C1F474}" sibTransId="{F1F7772D-DDC3-4FE7-BB91-A241CF872BC7}"/>
    <dgm:cxn modelId="{E4DF16E4-78F8-0942-9004-02912F913EBB}" type="presOf" srcId="{64DEF690-BFEC-4995-A194-D999E6988B15}" destId="{863F69CE-F205-4547-9C0D-0B92B08EF008}" srcOrd="0" destOrd="0" presId="urn:microsoft.com/office/officeart/2008/layout/LinedList"/>
    <dgm:cxn modelId="{314292F3-F791-3E44-A688-A1100E22A3B5}" type="presOf" srcId="{BE675982-FC80-403F-A028-05733B8F2BE7}" destId="{4F38558B-2E36-EC4E-83C7-20DB3DEB3528}" srcOrd="0" destOrd="0" presId="urn:microsoft.com/office/officeart/2008/layout/LinedList"/>
    <dgm:cxn modelId="{F2F36AF6-5C9D-9348-9A54-86A0CED65D2C}" type="presOf" srcId="{401EDFF3-F9D8-4629-8DA4-827F5B7ACA62}" destId="{340F7815-DC96-EF4E-9539-2A7449C93349}" srcOrd="0" destOrd="0" presId="urn:microsoft.com/office/officeart/2008/layout/LinedList"/>
    <dgm:cxn modelId="{EF70770E-0280-494E-8EC7-A971CCCF3C8B}" type="presParOf" srcId="{863F69CE-F205-4547-9C0D-0B92B08EF008}" destId="{B20E488B-DDA7-5149-92E4-AE0437BC6599}" srcOrd="0" destOrd="0" presId="urn:microsoft.com/office/officeart/2008/layout/LinedList"/>
    <dgm:cxn modelId="{A44DA892-F9F5-1343-8148-8931125FFFED}" type="presParOf" srcId="{863F69CE-F205-4547-9C0D-0B92B08EF008}" destId="{B60CAACD-B1FA-AD41-9ECB-6791DF88C58C}" srcOrd="1" destOrd="0" presId="urn:microsoft.com/office/officeart/2008/layout/LinedList"/>
    <dgm:cxn modelId="{5BC39D61-F12E-D64D-8440-2290FD629671}" type="presParOf" srcId="{B60CAACD-B1FA-AD41-9ECB-6791DF88C58C}" destId="{9126196F-39D6-4548-AB04-0D1A12423C10}" srcOrd="0" destOrd="0" presId="urn:microsoft.com/office/officeart/2008/layout/LinedList"/>
    <dgm:cxn modelId="{113B9EBB-D04F-9C42-AAC4-AD0AD98E1896}" type="presParOf" srcId="{B60CAACD-B1FA-AD41-9ECB-6791DF88C58C}" destId="{D6414AE9-04D4-C84D-890A-210393C25AD0}" srcOrd="1" destOrd="0" presId="urn:microsoft.com/office/officeart/2008/layout/LinedList"/>
    <dgm:cxn modelId="{1B8E61B3-ADB4-6647-BB5E-475989D4860A}" type="presParOf" srcId="{863F69CE-F205-4547-9C0D-0B92B08EF008}" destId="{6EAA8C06-5357-4941-8645-1E3FD5951515}" srcOrd="2" destOrd="0" presId="urn:microsoft.com/office/officeart/2008/layout/LinedList"/>
    <dgm:cxn modelId="{2D43260C-03E7-3D43-8100-09D03529295A}" type="presParOf" srcId="{863F69CE-F205-4547-9C0D-0B92B08EF008}" destId="{93A80F76-D0EB-5042-8723-FE5B17F36C18}" srcOrd="3" destOrd="0" presId="urn:microsoft.com/office/officeart/2008/layout/LinedList"/>
    <dgm:cxn modelId="{3769DC3C-BD99-D742-9198-C0658FC394C7}" type="presParOf" srcId="{93A80F76-D0EB-5042-8723-FE5B17F36C18}" destId="{9090785E-393C-EE4E-8747-38CAF63DC09F}" srcOrd="0" destOrd="0" presId="urn:microsoft.com/office/officeart/2008/layout/LinedList"/>
    <dgm:cxn modelId="{300EC142-A7D8-A341-976C-5B55D1B299E8}" type="presParOf" srcId="{93A80F76-D0EB-5042-8723-FE5B17F36C18}" destId="{E90A8272-F9DC-8F4B-A092-47458EF090A5}" srcOrd="1" destOrd="0" presId="urn:microsoft.com/office/officeart/2008/layout/LinedList"/>
    <dgm:cxn modelId="{D8852A14-C86F-F549-955F-EACA34843216}" type="presParOf" srcId="{863F69CE-F205-4547-9C0D-0B92B08EF008}" destId="{A13A2689-EE1E-5D46-A837-DF68FF8F3FDA}" srcOrd="4" destOrd="0" presId="urn:microsoft.com/office/officeart/2008/layout/LinedList"/>
    <dgm:cxn modelId="{1F3F9B0A-8612-944B-8ABB-55279BEF086B}" type="presParOf" srcId="{863F69CE-F205-4547-9C0D-0B92B08EF008}" destId="{61491680-FEB1-C641-9021-7CA51275BD5D}" srcOrd="5" destOrd="0" presId="urn:microsoft.com/office/officeart/2008/layout/LinedList"/>
    <dgm:cxn modelId="{6BDAC60C-E3F9-064E-95BD-6B1E90D94B33}" type="presParOf" srcId="{61491680-FEB1-C641-9021-7CA51275BD5D}" destId="{340F7815-DC96-EF4E-9539-2A7449C93349}" srcOrd="0" destOrd="0" presId="urn:microsoft.com/office/officeart/2008/layout/LinedList"/>
    <dgm:cxn modelId="{1829CD8A-B1C6-9541-ADA6-FDC3CE45F8BE}" type="presParOf" srcId="{61491680-FEB1-C641-9021-7CA51275BD5D}" destId="{93B64DF9-728B-734B-BE04-03C131E4CB4E}" srcOrd="1" destOrd="0" presId="urn:microsoft.com/office/officeart/2008/layout/LinedList"/>
    <dgm:cxn modelId="{EF0F7CDA-FC57-624C-8CD3-78122D30A57A}" type="presParOf" srcId="{863F69CE-F205-4547-9C0D-0B92B08EF008}" destId="{25C30D4D-74EF-4343-BD3D-671E1B73341B}" srcOrd="6" destOrd="0" presId="urn:microsoft.com/office/officeart/2008/layout/LinedList"/>
    <dgm:cxn modelId="{63B05AED-0A61-5847-8785-2426772E1E52}" type="presParOf" srcId="{863F69CE-F205-4547-9C0D-0B92B08EF008}" destId="{47B73A22-5284-B141-8CFB-FE48F58BE2B6}" srcOrd="7" destOrd="0" presId="urn:microsoft.com/office/officeart/2008/layout/LinedList"/>
    <dgm:cxn modelId="{2532A58D-CFEF-4B48-BA3B-FC0B291ECCCD}" type="presParOf" srcId="{47B73A22-5284-B141-8CFB-FE48F58BE2B6}" destId="{069393B2-5C31-4645-BB0F-456CB67A4F5B}" srcOrd="0" destOrd="0" presId="urn:microsoft.com/office/officeart/2008/layout/LinedList"/>
    <dgm:cxn modelId="{7EB5A23D-8287-E749-B0A8-FC50BF4C1830}" type="presParOf" srcId="{47B73A22-5284-B141-8CFB-FE48F58BE2B6}" destId="{FB8B1C83-BB84-8348-824C-F0CF7F03BB79}" srcOrd="1" destOrd="0" presId="urn:microsoft.com/office/officeart/2008/layout/LinedList"/>
    <dgm:cxn modelId="{15210BC5-82BD-6D4F-9AAF-1587CBEC1CDE}" type="presParOf" srcId="{863F69CE-F205-4547-9C0D-0B92B08EF008}" destId="{1580F600-CD99-D041-9426-B82F92B4D492}" srcOrd="8" destOrd="0" presId="urn:microsoft.com/office/officeart/2008/layout/LinedList"/>
    <dgm:cxn modelId="{4AED077F-760A-144F-9BF0-B3015F71B6C5}" type="presParOf" srcId="{863F69CE-F205-4547-9C0D-0B92B08EF008}" destId="{67A34356-DBF3-F844-8F2F-74F8205DC946}" srcOrd="9" destOrd="0" presId="urn:microsoft.com/office/officeart/2008/layout/LinedList"/>
    <dgm:cxn modelId="{9E0E24F8-F944-6F42-ABE9-D7A388323B3E}" type="presParOf" srcId="{67A34356-DBF3-F844-8F2F-74F8205DC946}" destId="{6E4B46AA-56CA-854F-89AF-82608535FFEB}" srcOrd="0" destOrd="0" presId="urn:microsoft.com/office/officeart/2008/layout/LinedList"/>
    <dgm:cxn modelId="{24BA98AE-E11D-3443-A3D4-68A60D16C399}" type="presParOf" srcId="{67A34356-DBF3-F844-8F2F-74F8205DC946}" destId="{B4CDC457-97FD-8C46-BF00-9AA9A4E77582}" srcOrd="1" destOrd="0" presId="urn:microsoft.com/office/officeart/2008/layout/LinedList"/>
    <dgm:cxn modelId="{9906B35C-6FC7-D047-BB9E-6E8EB4105A73}" type="presParOf" srcId="{863F69CE-F205-4547-9C0D-0B92B08EF008}" destId="{4292B348-BA49-ED42-972E-80A7150F6F2C}" srcOrd="10" destOrd="0" presId="urn:microsoft.com/office/officeart/2008/layout/LinedList"/>
    <dgm:cxn modelId="{3143ED6C-B8FB-5846-BEC2-DE320CF6B822}" type="presParOf" srcId="{863F69CE-F205-4547-9C0D-0B92B08EF008}" destId="{D29A3478-144A-8748-8504-62D478655D7A}" srcOrd="11" destOrd="0" presId="urn:microsoft.com/office/officeart/2008/layout/LinedList"/>
    <dgm:cxn modelId="{37EA4852-D6E7-3D46-A042-FE024EF65248}" type="presParOf" srcId="{D29A3478-144A-8748-8504-62D478655D7A}" destId="{4F38558B-2E36-EC4E-83C7-20DB3DEB3528}" srcOrd="0" destOrd="0" presId="urn:microsoft.com/office/officeart/2008/layout/LinedList"/>
    <dgm:cxn modelId="{F156E1F6-F052-BF45-AAA6-0D5012B3DE4E}" type="presParOf" srcId="{D29A3478-144A-8748-8504-62D478655D7A}" destId="{7652997C-983C-1343-BBFD-26EB2F93BB38}" srcOrd="1" destOrd="0" presId="urn:microsoft.com/office/officeart/2008/layout/LinedList"/>
    <dgm:cxn modelId="{14EC9ACF-D769-8446-9D05-E9BAD939E509}" type="presParOf" srcId="{863F69CE-F205-4547-9C0D-0B92B08EF008}" destId="{CCA38A80-49D7-6449-8862-DAE591BC7B05}" srcOrd="12" destOrd="0" presId="urn:microsoft.com/office/officeart/2008/layout/LinedList"/>
    <dgm:cxn modelId="{7F651EC0-4275-E04E-BA30-0BE6091AE587}" type="presParOf" srcId="{863F69CE-F205-4547-9C0D-0B92B08EF008}" destId="{806559DD-E02B-7A48-BA2A-1B3B94FBE05A}" srcOrd="13" destOrd="0" presId="urn:microsoft.com/office/officeart/2008/layout/LinedList"/>
    <dgm:cxn modelId="{22D3EC00-68DB-7647-BFFE-744F8FE2923A}" type="presParOf" srcId="{806559DD-E02B-7A48-BA2A-1B3B94FBE05A}" destId="{689F0FC8-6197-0949-8894-664CA91DD6DE}" srcOrd="0" destOrd="0" presId="urn:microsoft.com/office/officeart/2008/layout/LinedList"/>
    <dgm:cxn modelId="{80F6D956-7E5F-364F-8E25-3BF914A327EA}" type="presParOf" srcId="{806559DD-E02B-7A48-BA2A-1B3B94FBE05A}" destId="{84AA8CF5-BA5C-914B-9A05-61F23A92AFA8}" srcOrd="1" destOrd="0" presId="urn:microsoft.com/office/officeart/2008/layout/LinedList"/>
    <dgm:cxn modelId="{951D27E4-89C8-164E-B24F-99D05D4AB729}" type="presParOf" srcId="{863F69CE-F205-4547-9C0D-0B92B08EF008}" destId="{0BF871B4-8A87-184B-9758-6DA0D14BF843}" srcOrd="14" destOrd="0" presId="urn:microsoft.com/office/officeart/2008/layout/LinedList"/>
    <dgm:cxn modelId="{23DC8348-2976-F44E-A965-9BF92E0CB5A6}" type="presParOf" srcId="{863F69CE-F205-4547-9C0D-0B92B08EF008}" destId="{45D32347-5607-CE41-8091-564BA1081CB7}" srcOrd="15" destOrd="0" presId="urn:microsoft.com/office/officeart/2008/layout/LinedList"/>
    <dgm:cxn modelId="{36958B7B-F65B-0745-BA0D-288785EE14FE}" type="presParOf" srcId="{45D32347-5607-CE41-8091-564BA1081CB7}" destId="{0ADD3099-92B8-6849-ADB6-DF5B4E545603}" srcOrd="0" destOrd="0" presId="urn:microsoft.com/office/officeart/2008/layout/LinedList"/>
    <dgm:cxn modelId="{00B7E46F-5FE8-0340-908D-B8081E3165E2}" type="presParOf" srcId="{45D32347-5607-CE41-8091-564BA1081CB7}" destId="{58D71981-0FE9-BD4E-A811-30C760AC8B87}" srcOrd="1" destOrd="0" presId="urn:microsoft.com/office/officeart/2008/layout/LinedList"/>
    <dgm:cxn modelId="{C51822F7-D6D9-8343-B0A1-D250258A00D5}" type="presParOf" srcId="{863F69CE-F205-4547-9C0D-0B92B08EF008}" destId="{C7DF5236-ED6D-3943-9B76-E1EE086A758B}" srcOrd="16" destOrd="0" presId="urn:microsoft.com/office/officeart/2008/layout/LinedList"/>
    <dgm:cxn modelId="{B8D26A5C-92E1-564D-B71C-98D842F21F9A}" type="presParOf" srcId="{863F69CE-F205-4547-9C0D-0B92B08EF008}" destId="{FDF849B9-EBFA-5B4C-B1E1-F2680F8B2C9D}" srcOrd="17" destOrd="0" presId="urn:microsoft.com/office/officeart/2008/layout/LinedList"/>
    <dgm:cxn modelId="{B9564644-64AC-DD4A-86A6-E5C2979CD40F}" type="presParOf" srcId="{FDF849B9-EBFA-5B4C-B1E1-F2680F8B2C9D}" destId="{E3937FB0-4ED4-7643-ABA9-136FA4F00FCA}" srcOrd="0" destOrd="0" presId="urn:microsoft.com/office/officeart/2008/layout/LinedList"/>
    <dgm:cxn modelId="{4206E8A7-03E6-2E4B-B3D7-000A16C85121}" type="presParOf" srcId="{FDF849B9-EBFA-5B4C-B1E1-F2680F8B2C9D}" destId="{3362DEB8-9E3A-944C-BF41-9F7651A663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3D92B3-2685-40C0-9AB3-DF95755367B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9C251F-DE82-4F1B-AB99-BF6A4EF78E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Average Basket (Loyal): 1.7804</a:t>
          </a:r>
        </a:p>
      </dgm:t>
    </dgm:pt>
    <dgm:pt modelId="{730F267A-5A25-4934-B39C-D4F5C158535B}" type="parTrans" cxnId="{AF0DD160-35D5-4B89-B84C-34F50C51537E}">
      <dgm:prSet/>
      <dgm:spPr/>
      <dgm:t>
        <a:bodyPr/>
        <a:lstStyle/>
        <a:p>
          <a:endParaRPr lang="en-US" sz="2000"/>
        </a:p>
      </dgm:t>
    </dgm:pt>
    <dgm:pt modelId="{A2265D84-0418-4564-9B65-D2DF79FF715F}" type="sibTrans" cxnId="{AF0DD160-35D5-4B89-B84C-34F50C51537E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D4B8A244-4BDA-46DA-BA2F-2B5F36421B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Average Basket (Non-Loyal): 1.7938</a:t>
          </a:r>
        </a:p>
      </dgm:t>
    </dgm:pt>
    <dgm:pt modelId="{7EF38C1B-15A4-48CF-B306-5D2A71B460D6}" type="parTrans" cxnId="{0BD6D1F9-2353-4593-81D6-F22356838753}">
      <dgm:prSet/>
      <dgm:spPr/>
      <dgm:t>
        <a:bodyPr/>
        <a:lstStyle/>
        <a:p>
          <a:endParaRPr lang="en-US" sz="2000"/>
        </a:p>
      </dgm:t>
    </dgm:pt>
    <dgm:pt modelId="{3ACC19AD-2096-45E9-97D0-42F84F497FC1}" type="sibTrans" cxnId="{0BD6D1F9-2353-4593-81D6-F22356838753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DFB7D27F-CC2E-4F57-887B-4F00658453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Revenue Uplift: –0.75%</a:t>
          </a:r>
        </a:p>
      </dgm:t>
    </dgm:pt>
    <dgm:pt modelId="{01AF737A-EBD7-4C92-826B-D3DED29EE38F}" type="parTrans" cxnId="{EBCF0718-EF25-4F8F-BB77-F8589199FBE4}">
      <dgm:prSet/>
      <dgm:spPr/>
      <dgm:t>
        <a:bodyPr/>
        <a:lstStyle/>
        <a:p>
          <a:endParaRPr lang="en-US" sz="2000"/>
        </a:p>
      </dgm:t>
    </dgm:pt>
    <dgm:pt modelId="{FC29BF20-B95A-4EC3-989E-7F9FCA6E266A}" type="sibTrans" cxnId="{EBCF0718-EF25-4F8F-BB77-F8589199FBE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912BE7ED-DDA0-4BCA-A624-CA78851A3B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Loyal customers do not exhibit higher spend per basket. The program appears to drive engagement but not transaction expansion.</a:t>
          </a:r>
        </a:p>
      </dgm:t>
    </dgm:pt>
    <dgm:pt modelId="{DB904539-6211-46F3-AFCE-5B1A84BF5E96}" type="parTrans" cxnId="{7DBBDF66-5628-4356-9D31-03FC82A73E04}">
      <dgm:prSet/>
      <dgm:spPr/>
      <dgm:t>
        <a:bodyPr/>
        <a:lstStyle/>
        <a:p>
          <a:endParaRPr lang="en-US" sz="2000"/>
        </a:p>
      </dgm:t>
    </dgm:pt>
    <dgm:pt modelId="{BAED08A1-C8FF-4AE5-87E6-52E0FC522348}" type="sibTrans" cxnId="{7DBBDF66-5628-4356-9D31-03FC82A73E04}">
      <dgm:prSet/>
      <dgm:spPr/>
      <dgm:t>
        <a:bodyPr/>
        <a:lstStyle/>
        <a:p>
          <a:endParaRPr lang="en-US" sz="2000"/>
        </a:p>
      </dgm:t>
    </dgm:pt>
    <dgm:pt modelId="{4DEFC7A1-8AFD-47E2-9883-07F70BCC3915}" type="pres">
      <dgm:prSet presAssocID="{5E3D92B3-2685-40C0-9AB3-DF95755367BA}" presName="root" presStyleCnt="0">
        <dgm:presLayoutVars>
          <dgm:dir/>
          <dgm:resizeHandles val="exact"/>
        </dgm:presLayoutVars>
      </dgm:prSet>
      <dgm:spPr/>
    </dgm:pt>
    <dgm:pt modelId="{098D1225-0A11-4B4C-8E21-A1BE4DB5E79D}" type="pres">
      <dgm:prSet presAssocID="{5E3D92B3-2685-40C0-9AB3-DF95755367BA}" presName="container" presStyleCnt="0">
        <dgm:presLayoutVars>
          <dgm:dir/>
          <dgm:resizeHandles val="exact"/>
        </dgm:presLayoutVars>
      </dgm:prSet>
      <dgm:spPr/>
    </dgm:pt>
    <dgm:pt modelId="{63937A37-90CB-44C7-A060-6865C10067E1}" type="pres">
      <dgm:prSet presAssocID="{EC9C251F-DE82-4F1B-AB99-BF6A4EF78EEF}" presName="compNode" presStyleCnt="0"/>
      <dgm:spPr/>
    </dgm:pt>
    <dgm:pt modelId="{6F816126-A9B3-4D9E-B7EE-F96071BA3678}" type="pres">
      <dgm:prSet presAssocID="{EC9C251F-DE82-4F1B-AB99-BF6A4EF78EEF}" presName="iconBgRect" presStyleLbl="bgShp" presStyleIdx="0" presStyleCnt="4"/>
      <dgm:spPr/>
    </dgm:pt>
    <dgm:pt modelId="{50960E79-9BD7-4E01-B198-2DF087B73AE9}" type="pres">
      <dgm:prSet presAssocID="{EC9C251F-DE82-4F1B-AB99-BF6A4EF78E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F7DF0027-3C63-45A9-94F3-39BC631FA49A}" type="pres">
      <dgm:prSet presAssocID="{EC9C251F-DE82-4F1B-AB99-BF6A4EF78EEF}" presName="spaceRect" presStyleCnt="0"/>
      <dgm:spPr/>
    </dgm:pt>
    <dgm:pt modelId="{C21E81A6-0127-460D-B48C-141B54BA5581}" type="pres">
      <dgm:prSet presAssocID="{EC9C251F-DE82-4F1B-AB99-BF6A4EF78EEF}" presName="textRect" presStyleLbl="revTx" presStyleIdx="0" presStyleCnt="4">
        <dgm:presLayoutVars>
          <dgm:chMax val="1"/>
          <dgm:chPref val="1"/>
        </dgm:presLayoutVars>
      </dgm:prSet>
      <dgm:spPr/>
    </dgm:pt>
    <dgm:pt modelId="{A88138EA-6EE7-4CDF-8BD3-B48CB360DD1A}" type="pres">
      <dgm:prSet presAssocID="{A2265D84-0418-4564-9B65-D2DF79FF715F}" presName="sibTrans" presStyleLbl="sibTrans2D1" presStyleIdx="0" presStyleCnt="0"/>
      <dgm:spPr/>
    </dgm:pt>
    <dgm:pt modelId="{0F843B12-F5C7-4CEC-AEE8-25C8DA7DC25F}" type="pres">
      <dgm:prSet presAssocID="{D4B8A244-4BDA-46DA-BA2F-2B5F36421BCB}" presName="compNode" presStyleCnt="0"/>
      <dgm:spPr/>
    </dgm:pt>
    <dgm:pt modelId="{B23656FE-6BBE-4736-91EB-08B7DF99CA23}" type="pres">
      <dgm:prSet presAssocID="{D4B8A244-4BDA-46DA-BA2F-2B5F36421BCB}" presName="iconBgRect" presStyleLbl="bgShp" presStyleIdx="1" presStyleCnt="4"/>
      <dgm:spPr/>
    </dgm:pt>
    <dgm:pt modelId="{ACDB558E-F051-4EE0-AD53-B5B696388CFA}" type="pres">
      <dgm:prSet presAssocID="{D4B8A244-4BDA-46DA-BA2F-2B5F36421BC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3CF811E-1E2B-4268-A0DC-9D5C18CBFECB}" type="pres">
      <dgm:prSet presAssocID="{D4B8A244-4BDA-46DA-BA2F-2B5F36421BCB}" presName="spaceRect" presStyleCnt="0"/>
      <dgm:spPr/>
    </dgm:pt>
    <dgm:pt modelId="{7A728123-6A9A-4AC3-B1A9-3CD942B3A407}" type="pres">
      <dgm:prSet presAssocID="{D4B8A244-4BDA-46DA-BA2F-2B5F36421BCB}" presName="textRect" presStyleLbl="revTx" presStyleIdx="1" presStyleCnt="4">
        <dgm:presLayoutVars>
          <dgm:chMax val="1"/>
          <dgm:chPref val="1"/>
        </dgm:presLayoutVars>
      </dgm:prSet>
      <dgm:spPr/>
    </dgm:pt>
    <dgm:pt modelId="{02D6ACA1-F212-46D0-B899-95CC32795A48}" type="pres">
      <dgm:prSet presAssocID="{3ACC19AD-2096-45E9-97D0-42F84F497FC1}" presName="sibTrans" presStyleLbl="sibTrans2D1" presStyleIdx="0" presStyleCnt="0"/>
      <dgm:spPr/>
    </dgm:pt>
    <dgm:pt modelId="{D48BB00B-CEAE-4185-8351-DFD4B9E3E9EF}" type="pres">
      <dgm:prSet presAssocID="{DFB7D27F-CC2E-4F57-887B-4F00658453A4}" presName="compNode" presStyleCnt="0"/>
      <dgm:spPr/>
    </dgm:pt>
    <dgm:pt modelId="{5127D8B2-380B-4901-BEE2-496027E8F2E8}" type="pres">
      <dgm:prSet presAssocID="{DFB7D27F-CC2E-4F57-887B-4F00658453A4}" presName="iconBgRect" presStyleLbl="bgShp" presStyleIdx="2" presStyleCnt="4"/>
      <dgm:spPr/>
    </dgm:pt>
    <dgm:pt modelId="{8B241C6C-F604-4E41-94AE-AE5A5A8E2EB3}" type="pres">
      <dgm:prSet presAssocID="{DFB7D27F-CC2E-4F57-887B-4F00658453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8E0D442-565D-4B65-BB6E-EBFF4FF4B761}" type="pres">
      <dgm:prSet presAssocID="{DFB7D27F-CC2E-4F57-887B-4F00658453A4}" presName="spaceRect" presStyleCnt="0"/>
      <dgm:spPr/>
    </dgm:pt>
    <dgm:pt modelId="{D1E0D870-1867-465A-9D16-9EC059617D54}" type="pres">
      <dgm:prSet presAssocID="{DFB7D27F-CC2E-4F57-887B-4F00658453A4}" presName="textRect" presStyleLbl="revTx" presStyleIdx="2" presStyleCnt="4">
        <dgm:presLayoutVars>
          <dgm:chMax val="1"/>
          <dgm:chPref val="1"/>
        </dgm:presLayoutVars>
      </dgm:prSet>
      <dgm:spPr/>
    </dgm:pt>
    <dgm:pt modelId="{090B395D-A108-4FDA-94CD-6E4B4FDA7D11}" type="pres">
      <dgm:prSet presAssocID="{FC29BF20-B95A-4EC3-989E-7F9FCA6E266A}" presName="sibTrans" presStyleLbl="sibTrans2D1" presStyleIdx="0" presStyleCnt="0"/>
      <dgm:spPr/>
    </dgm:pt>
    <dgm:pt modelId="{25A65895-3C92-44B5-9BD3-2A6DC9A0BB12}" type="pres">
      <dgm:prSet presAssocID="{912BE7ED-DDA0-4BCA-A624-CA78851A3BE8}" presName="compNode" presStyleCnt="0"/>
      <dgm:spPr/>
    </dgm:pt>
    <dgm:pt modelId="{91ABD1FF-CB59-4CE6-BDF4-25594D77D70B}" type="pres">
      <dgm:prSet presAssocID="{912BE7ED-DDA0-4BCA-A624-CA78851A3BE8}" presName="iconBgRect" presStyleLbl="bgShp" presStyleIdx="3" presStyleCnt="4"/>
      <dgm:spPr/>
    </dgm:pt>
    <dgm:pt modelId="{5D40CBBF-1C50-4D2B-9B44-678D03D2CED7}" type="pres">
      <dgm:prSet presAssocID="{912BE7ED-DDA0-4BCA-A624-CA78851A3B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BB5A4ECB-33A4-4EA9-955D-CD04240A394A}" type="pres">
      <dgm:prSet presAssocID="{912BE7ED-DDA0-4BCA-A624-CA78851A3BE8}" presName="spaceRect" presStyleCnt="0"/>
      <dgm:spPr/>
    </dgm:pt>
    <dgm:pt modelId="{84699AEE-78D6-46F1-94B9-F7684BB52CA8}" type="pres">
      <dgm:prSet presAssocID="{912BE7ED-DDA0-4BCA-A624-CA78851A3BE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CF0718-EF25-4F8F-BB77-F8589199FBE4}" srcId="{5E3D92B3-2685-40C0-9AB3-DF95755367BA}" destId="{DFB7D27F-CC2E-4F57-887B-4F00658453A4}" srcOrd="2" destOrd="0" parTransId="{01AF737A-EBD7-4C92-826B-D3DED29EE38F}" sibTransId="{FC29BF20-B95A-4EC3-989E-7F9FCA6E266A}"/>
    <dgm:cxn modelId="{BAF2994C-B631-4703-84A6-9D3CF8AD0E0C}" type="presOf" srcId="{DFB7D27F-CC2E-4F57-887B-4F00658453A4}" destId="{D1E0D870-1867-465A-9D16-9EC059617D54}" srcOrd="0" destOrd="0" presId="urn:microsoft.com/office/officeart/2018/2/layout/IconCircleList"/>
    <dgm:cxn modelId="{6E295C4E-CC04-4153-9883-D07D9967151D}" type="presOf" srcId="{EC9C251F-DE82-4F1B-AB99-BF6A4EF78EEF}" destId="{C21E81A6-0127-460D-B48C-141B54BA5581}" srcOrd="0" destOrd="0" presId="urn:microsoft.com/office/officeart/2018/2/layout/IconCircleList"/>
    <dgm:cxn modelId="{C1F77953-475B-49FB-8648-DEFA4C71F260}" type="presOf" srcId="{A2265D84-0418-4564-9B65-D2DF79FF715F}" destId="{A88138EA-6EE7-4CDF-8BD3-B48CB360DD1A}" srcOrd="0" destOrd="0" presId="urn:microsoft.com/office/officeart/2018/2/layout/IconCircleList"/>
    <dgm:cxn modelId="{AF0DD160-35D5-4B89-B84C-34F50C51537E}" srcId="{5E3D92B3-2685-40C0-9AB3-DF95755367BA}" destId="{EC9C251F-DE82-4F1B-AB99-BF6A4EF78EEF}" srcOrd="0" destOrd="0" parTransId="{730F267A-5A25-4934-B39C-D4F5C158535B}" sibTransId="{A2265D84-0418-4564-9B65-D2DF79FF715F}"/>
    <dgm:cxn modelId="{7DBBDF66-5628-4356-9D31-03FC82A73E04}" srcId="{5E3D92B3-2685-40C0-9AB3-DF95755367BA}" destId="{912BE7ED-DDA0-4BCA-A624-CA78851A3BE8}" srcOrd="3" destOrd="0" parTransId="{DB904539-6211-46F3-AFCE-5B1A84BF5E96}" sibTransId="{BAED08A1-C8FF-4AE5-87E6-52E0FC522348}"/>
    <dgm:cxn modelId="{76DC116C-C07A-4E9D-9FEC-E63B7751B810}" type="presOf" srcId="{3ACC19AD-2096-45E9-97D0-42F84F497FC1}" destId="{02D6ACA1-F212-46D0-B899-95CC32795A48}" srcOrd="0" destOrd="0" presId="urn:microsoft.com/office/officeart/2018/2/layout/IconCircleList"/>
    <dgm:cxn modelId="{E158797A-3E1C-4DA2-86E4-9279F4779601}" type="presOf" srcId="{FC29BF20-B95A-4EC3-989E-7F9FCA6E266A}" destId="{090B395D-A108-4FDA-94CD-6E4B4FDA7D11}" srcOrd="0" destOrd="0" presId="urn:microsoft.com/office/officeart/2018/2/layout/IconCircleList"/>
    <dgm:cxn modelId="{F58C85AA-379B-4D38-9C81-84988E3DB28E}" type="presOf" srcId="{D4B8A244-4BDA-46DA-BA2F-2B5F36421BCB}" destId="{7A728123-6A9A-4AC3-B1A9-3CD942B3A407}" srcOrd="0" destOrd="0" presId="urn:microsoft.com/office/officeart/2018/2/layout/IconCircleList"/>
    <dgm:cxn modelId="{E65A55E8-7318-4C59-AA3A-2150F219818A}" type="presOf" srcId="{912BE7ED-DDA0-4BCA-A624-CA78851A3BE8}" destId="{84699AEE-78D6-46F1-94B9-F7684BB52CA8}" srcOrd="0" destOrd="0" presId="urn:microsoft.com/office/officeart/2018/2/layout/IconCircleList"/>
    <dgm:cxn modelId="{58E1DFF0-C631-4630-9D3D-6ACC61A8268C}" type="presOf" srcId="{5E3D92B3-2685-40C0-9AB3-DF95755367BA}" destId="{4DEFC7A1-8AFD-47E2-9883-07F70BCC3915}" srcOrd="0" destOrd="0" presId="urn:microsoft.com/office/officeart/2018/2/layout/IconCircleList"/>
    <dgm:cxn modelId="{0BD6D1F9-2353-4593-81D6-F22356838753}" srcId="{5E3D92B3-2685-40C0-9AB3-DF95755367BA}" destId="{D4B8A244-4BDA-46DA-BA2F-2B5F36421BCB}" srcOrd="1" destOrd="0" parTransId="{7EF38C1B-15A4-48CF-B306-5D2A71B460D6}" sibTransId="{3ACC19AD-2096-45E9-97D0-42F84F497FC1}"/>
    <dgm:cxn modelId="{608AF057-843B-4AB0-A919-B1C2D1418AB6}" type="presParOf" srcId="{4DEFC7A1-8AFD-47E2-9883-07F70BCC3915}" destId="{098D1225-0A11-4B4C-8E21-A1BE4DB5E79D}" srcOrd="0" destOrd="0" presId="urn:microsoft.com/office/officeart/2018/2/layout/IconCircleList"/>
    <dgm:cxn modelId="{AFD2184D-08A2-4723-91F5-C2A930916C4D}" type="presParOf" srcId="{098D1225-0A11-4B4C-8E21-A1BE4DB5E79D}" destId="{63937A37-90CB-44C7-A060-6865C10067E1}" srcOrd="0" destOrd="0" presId="urn:microsoft.com/office/officeart/2018/2/layout/IconCircleList"/>
    <dgm:cxn modelId="{29F2AD36-FAC4-440F-9FE8-868549CFED80}" type="presParOf" srcId="{63937A37-90CB-44C7-A060-6865C10067E1}" destId="{6F816126-A9B3-4D9E-B7EE-F96071BA3678}" srcOrd="0" destOrd="0" presId="urn:microsoft.com/office/officeart/2018/2/layout/IconCircleList"/>
    <dgm:cxn modelId="{0647FDD0-62E3-4593-A87B-5056CFB96179}" type="presParOf" srcId="{63937A37-90CB-44C7-A060-6865C10067E1}" destId="{50960E79-9BD7-4E01-B198-2DF087B73AE9}" srcOrd="1" destOrd="0" presId="urn:microsoft.com/office/officeart/2018/2/layout/IconCircleList"/>
    <dgm:cxn modelId="{FED16BC7-F7DF-4FFF-BF6C-9ED2FA9B1BC8}" type="presParOf" srcId="{63937A37-90CB-44C7-A060-6865C10067E1}" destId="{F7DF0027-3C63-45A9-94F3-39BC631FA49A}" srcOrd="2" destOrd="0" presId="urn:microsoft.com/office/officeart/2018/2/layout/IconCircleList"/>
    <dgm:cxn modelId="{0AD7FFA1-7865-496C-BBE9-E85FC4A1A41A}" type="presParOf" srcId="{63937A37-90CB-44C7-A060-6865C10067E1}" destId="{C21E81A6-0127-460D-B48C-141B54BA5581}" srcOrd="3" destOrd="0" presId="urn:microsoft.com/office/officeart/2018/2/layout/IconCircleList"/>
    <dgm:cxn modelId="{042D4449-798F-443B-BFC3-33F2EFCE17F1}" type="presParOf" srcId="{098D1225-0A11-4B4C-8E21-A1BE4DB5E79D}" destId="{A88138EA-6EE7-4CDF-8BD3-B48CB360DD1A}" srcOrd="1" destOrd="0" presId="urn:microsoft.com/office/officeart/2018/2/layout/IconCircleList"/>
    <dgm:cxn modelId="{8E8C817C-17F6-430C-B8B3-5BEB2D898C97}" type="presParOf" srcId="{098D1225-0A11-4B4C-8E21-A1BE4DB5E79D}" destId="{0F843B12-F5C7-4CEC-AEE8-25C8DA7DC25F}" srcOrd="2" destOrd="0" presId="urn:microsoft.com/office/officeart/2018/2/layout/IconCircleList"/>
    <dgm:cxn modelId="{7D54C005-6C96-4139-9520-D8DF5C6583AD}" type="presParOf" srcId="{0F843B12-F5C7-4CEC-AEE8-25C8DA7DC25F}" destId="{B23656FE-6BBE-4736-91EB-08B7DF99CA23}" srcOrd="0" destOrd="0" presId="urn:microsoft.com/office/officeart/2018/2/layout/IconCircleList"/>
    <dgm:cxn modelId="{A2A2DDD3-7A2D-4220-BCCA-685A2003A9B7}" type="presParOf" srcId="{0F843B12-F5C7-4CEC-AEE8-25C8DA7DC25F}" destId="{ACDB558E-F051-4EE0-AD53-B5B696388CFA}" srcOrd="1" destOrd="0" presId="urn:microsoft.com/office/officeart/2018/2/layout/IconCircleList"/>
    <dgm:cxn modelId="{49984BCB-38A9-4452-93A4-B9A94A4467D9}" type="presParOf" srcId="{0F843B12-F5C7-4CEC-AEE8-25C8DA7DC25F}" destId="{33CF811E-1E2B-4268-A0DC-9D5C18CBFECB}" srcOrd="2" destOrd="0" presId="urn:microsoft.com/office/officeart/2018/2/layout/IconCircleList"/>
    <dgm:cxn modelId="{765A8214-5A56-44E1-8E53-153DEAB7E88B}" type="presParOf" srcId="{0F843B12-F5C7-4CEC-AEE8-25C8DA7DC25F}" destId="{7A728123-6A9A-4AC3-B1A9-3CD942B3A407}" srcOrd="3" destOrd="0" presId="urn:microsoft.com/office/officeart/2018/2/layout/IconCircleList"/>
    <dgm:cxn modelId="{5CC1A354-0354-4675-9756-7AF457019CF7}" type="presParOf" srcId="{098D1225-0A11-4B4C-8E21-A1BE4DB5E79D}" destId="{02D6ACA1-F212-46D0-B899-95CC32795A48}" srcOrd="3" destOrd="0" presId="urn:microsoft.com/office/officeart/2018/2/layout/IconCircleList"/>
    <dgm:cxn modelId="{55AF4B1D-4BC1-49D4-994F-BA66C25ECE73}" type="presParOf" srcId="{098D1225-0A11-4B4C-8E21-A1BE4DB5E79D}" destId="{D48BB00B-CEAE-4185-8351-DFD4B9E3E9EF}" srcOrd="4" destOrd="0" presId="urn:microsoft.com/office/officeart/2018/2/layout/IconCircleList"/>
    <dgm:cxn modelId="{8DCF3BF2-E89D-4C77-9D70-E44E61E7FD25}" type="presParOf" srcId="{D48BB00B-CEAE-4185-8351-DFD4B9E3E9EF}" destId="{5127D8B2-380B-4901-BEE2-496027E8F2E8}" srcOrd="0" destOrd="0" presId="urn:microsoft.com/office/officeart/2018/2/layout/IconCircleList"/>
    <dgm:cxn modelId="{CAF019E0-C3F7-4FD0-8174-8CC32DD300B7}" type="presParOf" srcId="{D48BB00B-CEAE-4185-8351-DFD4B9E3E9EF}" destId="{8B241C6C-F604-4E41-94AE-AE5A5A8E2EB3}" srcOrd="1" destOrd="0" presId="urn:microsoft.com/office/officeart/2018/2/layout/IconCircleList"/>
    <dgm:cxn modelId="{A240EB9F-DCDB-4D30-92A1-D9AAA13692FD}" type="presParOf" srcId="{D48BB00B-CEAE-4185-8351-DFD4B9E3E9EF}" destId="{78E0D442-565D-4B65-BB6E-EBFF4FF4B761}" srcOrd="2" destOrd="0" presId="urn:microsoft.com/office/officeart/2018/2/layout/IconCircleList"/>
    <dgm:cxn modelId="{C34EBAE2-88F1-40C2-BA3F-22CB1E2BF8D7}" type="presParOf" srcId="{D48BB00B-CEAE-4185-8351-DFD4B9E3E9EF}" destId="{D1E0D870-1867-465A-9D16-9EC059617D54}" srcOrd="3" destOrd="0" presId="urn:microsoft.com/office/officeart/2018/2/layout/IconCircleList"/>
    <dgm:cxn modelId="{BB6F997D-6BF4-4F41-B46C-729DC351E74B}" type="presParOf" srcId="{098D1225-0A11-4B4C-8E21-A1BE4DB5E79D}" destId="{090B395D-A108-4FDA-94CD-6E4B4FDA7D11}" srcOrd="5" destOrd="0" presId="urn:microsoft.com/office/officeart/2018/2/layout/IconCircleList"/>
    <dgm:cxn modelId="{37A39215-2AD8-4982-9756-BAB3D9956AF7}" type="presParOf" srcId="{098D1225-0A11-4B4C-8E21-A1BE4DB5E79D}" destId="{25A65895-3C92-44B5-9BD3-2A6DC9A0BB12}" srcOrd="6" destOrd="0" presId="urn:microsoft.com/office/officeart/2018/2/layout/IconCircleList"/>
    <dgm:cxn modelId="{D53CFBE0-66AD-47DE-9D63-7F835396186F}" type="presParOf" srcId="{25A65895-3C92-44B5-9BD3-2A6DC9A0BB12}" destId="{91ABD1FF-CB59-4CE6-BDF4-25594D77D70B}" srcOrd="0" destOrd="0" presId="urn:microsoft.com/office/officeart/2018/2/layout/IconCircleList"/>
    <dgm:cxn modelId="{42CA514D-B7B6-4585-9D85-EA14BF2B48F9}" type="presParOf" srcId="{25A65895-3C92-44B5-9BD3-2A6DC9A0BB12}" destId="{5D40CBBF-1C50-4D2B-9B44-678D03D2CED7}" srcOrd="1" destOrd="0" presId="urn:microsoft.com/office/officeart/2018/2/layout/IconCircleList"/>
    <dgm:cxn modelId="{B0234770-F76A-4752-A2CF-A4898C613D3C}" type="presParOf" srcId="{25A65895-3C92-44B5-9BD3-2A6DC9A0BB12}" destId="{BB5A4ECB-33A4-4EA9-955D-CD04240A394A}" srcOrd="2" destOrd="0" presId="urn:microsoft.com/office/officeart/2018/2/layout/IconCircleList"/>
    <dgm:cxn modelId="{8A7E0477-D633-42EB-8236-06EDB8C0A84A}" type="presParOf" srcId="{25A65895-3C92-44B5-9BD3-2A6DC9A0BB12}" destId="{84699AEE-78D6-46F1-94B9-F7684BB52CA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3DABA3-874D-4D83-B59C-26F77DA7E3C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EEAD39-E37B-41AA-A9C4-15840E0070D6}">
      <dgm:prSet custT="1"/>
      <dgm:spPr/>
      <dgm:t>
        <a:bodyPr/>
        <a:lstStyle/>
        <a:p>
          <a:r>
            <a:rPr lang="en-US" sz="2400" dirty="0"/>
            <a:t>* </a:t>
          </a:r>
          <a:r>
            <a:rPr lang="en-US" sz="2000" dirty="0"/>
            <a:t>High participation (80%)</a:t>
          </a:r>
        </a:p>
      </dgm:t>
    </dgm:pt>
    <dgm:pt modelId="{2BE54FA3-2B39-4DD7-AE14-899E4FC1E881}" type="parTrans" cxnId="{CB64BAAF-4359-4AFA-8474-04D039AC2077}">
      <dgm:prSet/>
      <dgm:spPr/>
      <dgm:t>
        <a:bodyPr/>
        <a:lstStyle/>
        <a:p>
          <a:endParaRPr lang="en-US"/>
        </a:p>
      </dgm:t>
    </dgm:pt>
    <dgm:pt modelId="{31C0F0F3-57D1-4375-8978-353BBE10DC82}" type="sibTrans" cxnId="{CB64BAAF-4359-4AFA-8474-04D039AC2077}">
      <dgm:prSet/>
      <dgm:spPr/>
      <dgm:t>
        <a:bodyPr/>
        <a:lstStyle/>
        <a:p>
          <a:endParaRPr lang="en-US"/>
        </a:p>
      </dgm:t>
    </dgm:pt>
    <dgm:pt modelId="{F6AF943D-444B-42E1-A441-6D7AFE9E64B6}">
      <dgm:prSet custT="1"/>
      <dgm:spPr/>
      <dgm:t>
        <a:bodyPr/>
        <a:lstStyle/>
        <a:p>
          <a:r>
            <a:rPr lang="en-US" sz="2000" dirty="0"/>
            <a:t>* Revenue proportional to basket share</a:t>
          </a:r>
        </a:p>
      </dgm:t>
    </dgm:pt>
    <dgm:pt modelId="{DEEE044B-2DE3-4753-9A1C-E5EEE4B1DEBB}" type="parTrans" cxnId="{2AA3EF8C-0004-4C32-A604-A69F4689E43C}">
      <dgm:prSet/>
      <dgm:spPr/>
      <dgm:t>
        <a:bodyPr/>
        <a:lstStyle/>
        <a:p>
          <a:endParaRPr lang="en-US"/>
        </a:p>
      </dgm:t>
    </dgm:pt>
    <dgm:pt modelId="{3F45B2AB-28CD-400E-94E3-15CE34C3EE52}" type="sibTrans" cxnId="{2AA3EF8C-0004-4C32-A604-A69F4689E43C}">
      <dgm:prSet/>
      <dgm:spPr/>
      <dgm:t>
        <a:bodyPr/>
        <a:lstStyle/>
        <a:p>
          <a:endParaRPr lang="en-US"/>
        </a:p>
      </dgm:t>
    </dgm:pt>
    <dgm:pt modelId="{EE584593-4B34-4A4C-9351-D92F357C23A1}">
      <dgm:prSet custT="1"/>
      <dgm:spPr/>
      <dgm:t>
        <a:bodyPr/>
        <a:lstStyle/>
        <a:p>
          <a:r>
            <a:rPr lang="en-US" sz="2000" dirty="0"/>
            <a:t>* No measurable basket uplift</a:t>
          </a:r>
        </a:p>
      </dgm:t>
    </dgm:pt>
    <dgm:pt modelId="{AB637BA3-C7F1-4273-B210-3EBDF519D536}" type="parTrans" cxnId="{D8730D9B-B8FF-435D-9230-80F1DB33AB0F}">
      <dgm:prSet/>
      <dgm:spPr/>
      <dgm:t>
        <a:bodyPr/>
        <a:lstStyle/>
        <a:p>
          <a:endParaRPr lang="en-US"/>
        </a:p>
      </dgm:t>
    </dgm:pt>
    <dgm:pt modelId="{A6002BC6-D595-4B4D-9B81-4152D1D72FA2}" type="sibTrans" cxnId="{D8730D9B-B8FF-435D-9230-80F1DB33AB0F}">
      <dgm:prSet/>
      <dgm:spPr/>
      <dgm:t>
        <a:bodyPr/>
        <a:lstStyle/>
        <a:p>
          <a:endParaRPr lang="en-US"/>
        </a:p>
      </dgm:t>
    </dgm:pt>
    <dgm:pt modelId="{AAE28349-FF6F-4BAB-8204-883F1A5652D8}">
      <dgm:prSet custT="1"/>
      <dgm:spPr/>
      <dgm:t>
        <a:bodyPr/>
        <a:lstStyle/>
        <a:p>
          <a:r>
            <a:rPr lang="en-US" sz="2000" dirty="0"/>
            <a:t>* Spend index ≈ 1</a:t>
          </a:r>
        </a:p>
      </dgm:t>
    </dgm:pt>
    <dgm:pt modelId="{05636AB0-A031-4CBD-808F-FB044229FE34}" type="parTrans" cxnId="{0F1685A8-D100-4543-9B7A-3E2B9891BCB0}">
      <dgm:prSet/>
      <dgm:spPr/>
      <dgm:t>
        <a:bodyPr/>
        <a:lstStyle/>
        <a:p>
          <a:endParaRPr lang="en-US"/>
        </a:p>
      </dgm:t>
    </dgm:pt>
    <dgm:pt modelId="{A48B2A3E-9A26-4D7F-90CD-3C2466E125DF}" type="sibTrans" cxnId="{0F1685A8-D100-4543-9B7A-3E2B9891BCB0}">
      <dgm:prSet/>
      <dgm:spPr/>
      <dgm:t>
        <a:bodyPr/>
        <a:lstStyle/>
        <a:p>
          <a:endParaRPr lang="en-US"/>
        </a:p>
      </dgm:t>
    </dgm:pt>
    <dgm:pt modelId="{6A7F5C78-C299-40D6-BDE5-0EB4573E9EEC}">
      <dgm:prSet custT="1"/>
      <dgm:spPr/>
      <dgm:t>
        <a:bodyPr/>
        <a:lstStyle/>
        <a:p>
          <a:r>
            <a:rPr lang="en-US" sz="2000" dirty="0"/>
            <a:t>The loyalty program currently reinforces participation but does not increase spending intensity.</a:t>
          </a:r>
        </a:p>
      </dgm:t>
    </dgm:pt>
    <dgm:pt modelId="{9BC7D22C-1EB5-46C1-8397-BF2B2E004302}" type="parTrans" cxnId="{CF8573CB-1426-4CB6-BA83-A98E79A4FA36}">
      <dgm:prSet/>
      <dgm:spPr/>
      <dgm:t>
        <a:bodyPr/>
        <a:lstStyle/>
        <a:p>
          <a:endParaRPr lang="en-US"/>
        </a:p>
      </dgm:t>
    </dgm:pt>
    <dgm:pt modelId="{45659DF7-54E6-424F-922C-65A8598245CC}" type="sibTrans" cxnId="{CF8573CB-1426-4CB6-BA83-A98E79A4FA36}">
      <dgm:prSet/>
      <dgm:spPr/>
      <dgm:t>
        <a:bodyPr/>
        <a:lstStyle/>
        <a:p>
          <a:endParaRPr lang="en-US"/>
        </a:p>
      </dgm:t>
    </dgm:pt>
    <dgm:pt modelId="{6D664483-A2A5-6B48-BF65-D4F457A2426F}" type="pres">
      <dgm:prSet presAssocID="{413DABA3-874D-4D83-B59C-26F77DA7E3CF}" presName="vert0" presStyleCnt="0">
        <dgm:presLayoutVars>
          <dgm:dir/>
          <dgm:animOne val="branch"/>
          <dgm:animLvl val="lvl"/>
        </dgm:presLayoutVars>
      </dgm:prSet>
      <dgm:spPr/>
    </dgm:pt>
    <dgm:pt modelId="{5D1B8EE7-E7F6-F042-9C3E-9B70F10D3EDB}" type="pres">
      <dgm:prSet presAssocID="{80EEAD39-E37B-41AA-A9C4-15840E0070D6}" presName="thickLine" presStyleLbl="alignNode1" presStyleIdx="0" presStyleCnt="5"/>
      <dgm:spPr/>
    </dgm:pt>
    <dgm:pt modelId="{68028E8D-17A2-FB4F-920B-F3E67A24D88A}" type="pres">
      <dgm:prSet presAssocID="{80EEAD39-E37B-41AA-A9C4-15840E0070D6}" presName="horz1" presStyleCnt="0"/>
      <dgm:spPr/>
    </dgm:pt>
    <dgm:pt modelId="{C7DE429D-4B04-5F40-A245-3825EB26A402}" type="pres">
      <dgm:prSet presAssocID="{80EEAD39-E37B-41AA-A9C4-15840E0070D6}" presName="tx1" presStyleLbl="revTx" presStyleIdx="0" presStyleCnt="5"/>
      <dgm:spPr/>
    </dgm:pt>
    <dgm:pt modelId="{15D0A694-6DD0-FF47-95F3-AD365997B13B}" type="pres">
      <dgm:prSet presAssocID="{80EEAD39-E37B-41AA-A9C4-15840E0070D6}" presName="vert1" presStyleCnt="0"/>
      <dgm:spPr/>
    </dgm:pt>
    <dgm:pt modelId="{F11B1F1C-D219-2344-928F-2F4DA87458CD}" type="pres">
      <dgm:prSet presAssocID="{F6AF943D-444B-42E1-A441-6D7AFE9E64B6}" presName="thickLine" presStyleLbl="alignNode1" presStyleIdx="1" presStyleCnt="5"/>
      <dgm:spPr/>
    </dgm:pt>
    <dgm:pt modelId="{6005C446-6E48-4642-85D0-9E36AD8D31B4}" type="pres">
      <dgm:prSet presAssocID="{F6AF943D-444B-42E1-A441-6D7AFE9E64B6}" presName="horz1" presStyleCnt="0"/>
      <dgm:spPr/>
    </dgm:pt>
    <dgm:pt modelId="{FA86EDDB-BC9C-2649-8444-6AAFC363C48E}" type="pres">
      <dgm:prSet presAssocID="{F6AF943D-444B-42E1-A441-6D7AFE9E64B6}" presName="tx1" presStyleLbl="revTx" presStyleIdx="1" presStyleCnt="5"/>
      <dgm:spPr/>
    </dgm:pt>
    <dgm:pt modelId="{D7CD5001-533B-3C41-9B9A-E6976E5E1FD0}" type="pres">
      <dgm:prSet presAssocID="{F6AF943D-444B-42E1-A441-6D7AFE9E64B6}" presName="vert1" presStyleCnt="0"/>
      <dgm:spPr/>
    </dgm:pt>
    <dgm:pt modelId="{4B43ED48-FEB0-0D40-8191-6BD29C76AB62}" type="pres">
      <dgm:prSet presAssocID="{EE584593-4B34-4A4C-9351-D92F357C23A1}" presName="thickLine" presStyleLbl="alignNode1" presStyleIdx="2" presStyleCnt="5"/>
      <dgm:spPr/>
    </dgm:pt>
    <dgm:pt modelId="{0550C0CE-0BAD-DC48-9308-53A02D619EA9}" type="pres">
      <dgm:prSet presAssocID="{EE584593-4B34-4A4C-9351-D92F357C23A1}" presName="horz1" presStyleCnt="0"/>
      <dgm:spPr/>
    </dgm:pt>
    <dgm:pt modelId="{B66323A6-FB64-254A-9CD8-0FA249341A31}" type="pres">
      <dgm:prSet presAssocID="{EE584593-4B34-4A4C-9351-D92F357C23A1}" presName="tx1" presStyleLbl="revTx" presStyleIdx="2" presStyleCnt="5"/>
      <dgm:spPr/>
    </dgm:pt>
    <dgm:pt modelId="{D585C144-5492-504A-A156-8565B25FF039}" type="pres">
      <dgm:prSet presAssocID="{EE584593-4B34-4A4C-9351-D92F357C23A1}" presName="vert1" presStyleCnt="0"/>
      <dgm:spPr/>
    </dgm:pt>
    <dgm:pt modelId="{26D65D7E-E5A6-424D-B36E-75D1428DF289}" type="pres">
      <dgm:prSet presAssocID="{AAE28349-FF6F-4BAB-8204-883F1A5652D8}" presName="thickLine" presStyleLbl="alignNode1" presStyleIdx="3" presStyleCnt="5"/>
      <dgm:spPr/>
    </dgm:pt>
    <dgm:pt modelId="{A51C0D0B-0973-184C-97B0-EA448A4E779C}" type="pres">
      <dgm:prSet presAssocID="{AAE28349-FF6F-4BAB-8204-883F1A5652D8}" presName="horz1" presStyleCnt="0"/>
      <dgm:spPr/>
    </dgm:pt>
    <dgm:pt modelId="{4A190078-DD2A-E141-B66F-4B73D3DFFEE8}" type="pres">
      <dgm:prSet presAssocID="{AAE28349-FF6F-4BAB-8204-883F1A5652D8}" presName="tx1" presStyleLbl="revTx" presStyleIdx="3" presStyleCnt="5"/>
      <dgm:spPr/>
    </dgm:pt>
    <dgm:pt modelId="{58FE2091-26F5-3A47-A35A-05DA7A5A60E5}" type="pres">
      <dgm:prSet presAssocID="{AAE28349-FF6F-4BAB-8204-883F1A5652D8}" presName="vert1" presStyleCnt="0"/>
      <dgm:spPr/>
    </dgm:pt>
    <dgm:pt modelId="{6E979204-215A-9C46-927B-C4C8EF38011E}" type="pres">
      <dgm:prSet presAssocID="{6A7F5C78-C299-40D6-BDE5-0EB4573E9EEC}" presName="thickLine" presStyleLbl="alignNode1" presStyleIdx="4" presStyleCnt="5"/>
      <dgm:spPr/>
    </dgm:pt>
    <dgm:pt modelId="{63D0FD1B-798D-CD43-8179-80076D65D36B}" type="pres">
      <dgm:prSet presAssocID="{6A7F5C78-C299-40D6-BDE5-0EB4573E9EEC}" presName="horz1" presStyleCnt="0"/>
      <dgm:spPr/>
    </dgm:pt>
    <dgm:pt modelId="{4CB1BDA6-0F3D-D64C-8D7C-D492C5BFC10F}" type="pres">
      <dgm:prSet presAssocID="{6A7F5C78-C299-40D6-BDE5-0EB4573E9EEC}" presName="tx1" presStyleLbl="revTx" presStyleIdx="4" presStyleCnt="5"/>
      <dgm:spPr/>
    </dgm:pt>
    <dgm:pt modelId="{35D1FB05-1795-E14B-B642-44B55C3F6BA6}" type="pres">
      <dgm:prSet presAssocID="{6A7F5C78-C299-40D6-BDE5-0EB4573E9EEC}" presName="vert1" presStyleCnt="0"/>
      <dgm:spPr/>
    </dgm:pt>
  </dgm:ptLst>
  <dgm:cxnLst>
    <dgm:cxn modelId="{71180012-58B6-BB4C-A4A1-CB15D4806883}" type="presOf" srcId="{80EEAD39-E37B-41AA-A9C4-15840E0070D6}" destId="{C7DE429D-4B04-5F40-A245-3825EB26A402}" srcOrd="0" destOrd="0" presId="urn:microsoft.com/office/officeart/2008/layout/LinedList"/>
    <dgm:cxn modelId="{244A7527-D1F6-544F-9C26-CEDFB8ED5024}" type="presOf" srcId="{6A7F5C78-C299-40D6-BDE5-0EB4573E9EEC}" destId="{4CB1BDA6-0F3D-D64C-8D7C-D492C5BFC10F}" srcOrd="0" destOrd="0" presId="urn:microsoft.com/office/officeart/2008/layout/LinedList"/>
    <dgm:cxn modelId="{02D58940-0C1C-004D-94DB-F43E5B767C0B}" type="presOf" srcId="{F6AF943D-444B-42E1-A441-6D7AFE9E64B6}" destId="{FA86EDDB-BC9C-2649-8444-6AAFC363C48E}" srcOrd="0" destOrd="0" presId="urn:microsoft.com/office/officeart/2008/layout/LinedList"/>
    <dgm:cxn modelId="{237EB349-9B25-0440-A1E0-1DCDEEBB3016}" type="presOf" srcId="{EE584593-4B34-4A4C-9351-D92F357C23A1}" destId="{B66323A6-FB64-254A-9CD8-0FA249341A31}" srcOrd="0" destOrd="0" presId="urn:microsoft.com/office/officeart/2008/layout/LinedList"/>
    <dgm:cxn modelId="{9DFB7878-5C6E-3C4A-98D4-97C0E49143BE}" type="presOf" srcId="{AAE28349-FF6F-4BAB-8204-883F1A5652D8}" destId="{4A190078-DD2A-E141-B66F-4B73D3DFFEE8}" srcOrd="0" destOrd="0" presId="urn:microsoft.com/office/officeart/2008/layout/LinedList"/>
    <dgm:cxn modelId="{2AA3EF8C-0004-4C32-A604-A69F4689E43C}" srcId="{413DABA3-874D-4D83-B59C-26F77DA7E3CF}" destId="{F6AF943D-444B-42E1-A441-6D7AFE9E64B6}" srcOrd="1" destOrd="0" parTransId="{DEEE044B-2DE3-4753-9A1C-E5EEE4B1DEBB}" sibTransId="{3F45B2AB-28CD-400E-94E3-15CE34C3EE52}"/>
    <dgm:cxn modelId="{D8730D9B-B8FF-435D-9230-80F1DB33AB0F}" srcId="{413DABA3-874D-4D83-B59C-26F77DA7E3CF}" destId="{EE584593-4B34-4A4C-9351-D92F357C23A1}" srcOrd="2" destOrd="0" parTransId="{AB637BA3-C7F1-4273-B210-3EBDF519D536}" sibTransId="{A6002BC6-D595-4B4D-9B81-4152D1D72FA2}"/>
    <dgm:cxn modelId="{0F1685A8-D100-4543-9B7A-3E2B9891BCB0}" srcId="{413DABA3-874D-4D83-B59C-26F77DA7E3CF}" destId="{AAE28349-FF6F-4BAB-8204-883F1A5652D8}" srcOrd="3" destOrd="0" parTransId="{05636AB0-A031-4CBD-808F-FB044229FE34}" sibTransId="{A48B2A3E-9A26-4D7F-90CD-3C2466E125DF}"/>
    <dgm:cxn modelId="{CB64BAAF-4359-4AFA-8474-04D039AC2077}" srcId="{413DABA3-874D-4D83-B59C-26F77DA7E3CF}" destId="{80EEAD39-E37B-41AA-A9C4-15840E0070D6}" srcOrd="0" destOrd="0" parTransId="{2BE54FA3-2B39-4DD7-AE14-899E4FC1E881}" sibTransId="{31C0F0F3-57D1-4375-8978-353BBE10DC82}"/>
    <dgm:cxn modelId="{CF8573CB-1426-4CB6-BA83-A98E79A4FA36}" srcId="{413DABA3-874D-4D83-B59C-26F77DA7E3CF}" destId="{6A7F5C78-C299-40D6-BDE5-0EB4573E9EEC}" srcOrd="4" destOrd="0" parTransId="{9BC7D22C-1EB5-46C1-8397-BF2B2E004302}" sibTransId="{45659DF7-54E6-424F-922C-65A8598245CC}"/>
    <dgm:cxn modelId="{6665C8D0-D29D-634A-B66B-1412FF8048B9}" type="presOf" srcId="{413DABA3-874D-4D83-B59C-26F77DA7E3CF}" destId="{6D664483-A2A5-6B48-BF65-D4F457A2426F}" srcOrd="0" destOrd="0" presId="urn:microsoft.com/office/officeart/2008/layout/LinedList"/>
    <dgm:cxn modelId="{0CE58FE1-40EF-704C-BF32-FF38CF56356A}" type="presParOf" srcId="{6D664483-A2A5-6B48-BF65-D4F457A2426F}" destId="{5D1B8EE7-E7F6-F042-9C3E-9B70F10D3EDB}" srcOrd="0" destOrd="0" presId="urn:microsoft.com/office/officeart/2008/layout/LinedList"/>
    <dgm:cxn modelId="{E85B6FFB-BE1D-1F4A-B18D-E1D42B446BED}" type="presParOf" srcId="{6D664483-A2A5-6B48-BF65-D4F457A2426F}" destId="{68028E8D-17A2-FB4F-920B-F3E67A24D88A}" srcOrd="1" destOrd="0" presId="urn:microsoft.com/office/officeart/2008/layout/LinedList"/>
    <dgm:cxn modelId="{D5F41F2E-EEE7-694D-A2BB-B5D6AC1B0AA0}" type="presParOf" srcId="{68028E8D-17A2-FB4F-920B-F3E67A24D88A}" destId="{C7DE429D-4B04-5F40-A245-3825EB26A402}" srcOrd="0" destOrd="0" presId="urn:microsoft.com/office/officeart/2008/layout/LinedList"/>
    <dgm:cxn modelId="{ACCA80AF-B824-AF43-B7C4-A1CA031E39B9}" type="presParOf" srcId="{68028E8D-17A2-FB4F-920B-F3E67A24D88A}" destId="{15D0A694-6DD0-FF47-95F3-AD365997B13B}" srcOrd="1" destOrd="0" presId="urn:microsoft.com/office/officeart/2008/layout/LinedList"/>
    <dgm:cxn modelId="{4337A432-4ACF-A744-B23D-0C129AD528E7}" type="presParOf" srcId="{6D664483-A2A5-6B48-BF65-D4F457A2426F}" destId="{F11B1F1C-D219-2344-928F-2F4DA87458CD}" srcOrd="2" destOrd="0" presId="urn:microsoft.com/office/officeart/2008/layout/LinedList"/>
    <dgm:cxn modelId="{DA611121-17D2-FE40-BAC4-3CFB6D4E13CE}" type="presParOf" srcId="{6D664483-A2A5-6B48-BF65-D4F457A2426F}" destId="{6005C446-6E48-4642-85D0-9E36AD8D31B4}" srcOrd="3" destOrd="0" presId="urn:microsoft.com/office/officeart/2008/layout/LinedList"/>
    <dgm:cxn modelId="{36650760-B088-8D42-9B04-B1ABEE554D61}" type="presParOf" srcId="{6005C446-6E48-4642-85D0-9E36AD8D31B4}" destId="{FA86EDDB-BC9C-2649-8444-6AAFC363C48E}" srcOrd="0" destOrd="0" presId="urn:microsoft.com/office/officeart/2008/layout/LinedList"/>
    <dgm:cxn modelId="{BA4D6B26-0A00-6C42-B6A8-6C9421B92636}" type="presParOf" srcId="{6005C446-6E48-4642-85D0-9E36AD8D31B4}" destId="{D7CD5001-533B-3C41-9B9A-E6976E5E1FD0}" srcOrd="1" destOrd="0" presId="urn:microsoft.com/office/officeart/2008/layout/LinedList"/>
    <dgm:cxn modelId="{DA0451D5-A41F-7E45-B9E1-2312F598EB19}" type="presParOf" srcId="{6D664483-A2A5-6B48-BF65-D4F457A2426F}" destId="{4B43ED48-FEB0-0D40-8191-6BD29C76AB62}" srcOrd="4" destOrd="0" presId="urn:microsoft.com/office/officeart/2008/layout/LinedList"/>
    <dgm:cxn modelId="{7B81AC94-152E-2240-968E-85D28F5EB4F0}" type="presParOf" srcId="{6D664483-A2A5-6B48-BF65-D4F457A2426F}" destId="{0550C0CE-0BAD-DC48-9308-53A02D619EA9}" srcOrd="5" destOrd="0" presId="urn:microsoft.com/office/officeart/2008/layout/LinedList"/>
    <dgm:cxn modelId="{BCF4AED2-B3B1-B948-BFB9-AD92363B4A73}" type="presParOf" srcId="{0550C0CE-0BAD-DC48-9308-53A02D619EA9}" destId="{B66323A6-FB64-254A-9CD8-0FA249341A31}" srcOrd="0" destOrd="0" presId="urn:microsoft.com/office/officeart/2008/layout/LinedList"/>
    <dgm:cxn modelId="{E2AEC735-9E27-B24C-84A5-4D91D28C7E5F}" type="presParOf" srcId="{0550C0CE-0BAD-DC48-9308-53A02D619EA9}" destId="{D585C144-5492-504A-A156-8565B25FF039}" srcOrd="1" destOrd="0" presId="urn:microsoft.com/office/officeart/2008/layout/LinedList"/>
    <dgm:cxn modelId="{1DE44E70-9B53-AE45-9CD2-FF66A4A17E23}" type="presParOf" srcId="{6D664483-A2A5-6B48-BF65-D4F457A2426F}" destId="{26D65D7E-E5A6-424D-B36E-75D1428DF289}" srcOrd="6" destOrd="0" presId="urn:microsoft.com/office/officeart/2008/layout/LinedList"/>
    <dgm:cxn modelId="{87FB5E09-3858-204E-AE6D-D289343AC39B}" type="presParOf" srcId="{6D664483-A2A5-6B48-BF65-D4F457A2426F}" destId="{A51C0D0B-0973-184C-97B0-EA448A4E779C}" srcOrd="7" destOrd="0" presId="urn:microsoft.com/office/officeart/2008/layout/LinedList"/>
    <dgm:cxn modelId="{634A3DAF-0537-8849-9CCD-E3F74FB390CD}" type="presParOf" srcId="{A51C0D0B-0973-184C-97B0-EA448A4E779C}" destId="{4A190078-DD2A-E141-B66F-4B73D3DFFEE8}" srcOrd="0" destOrd="0" presId="urn:microsoft.com/office/officeart/2008/layout/LinedList"/>
    <dgm:cxn modelId="{19992BEC-C2C3-D04F-863B-FED9F0318F43}" type="presParOf" srcId="{A51C0D0B-0973-184C-97B0-EA448A4E779C}" destId="{58FE2091-26F5-3A47-A35A-05DA7A5A60E5}" srcOrd="1" destOrd="0" presId="urn:microsoft.com/office/officeart/2008/layout/LinedList"/>
    <dgm:cxn modelId="{61386C5B-81DD-484E-9411-0590A9B7EA0F}" type="presParOf" srcId="{6D664483-A2A5-6B48-BF65-D4F457A2426F}" destId="{6E979204-215A-9C46-927B-C4C8EF38011E}" srcOrd="8" destOrd="0" presId="urn:microsoft.com/office/officeart/2008/layout/LinedList"/>
    <dgm:cxn modelId="{8656F598-DECC-BA4F-8CB8-FA9267E79307}" type="presParOf" srcId="{6D664483-A2A5-6B48-BF65-D4F457A2426F}" destId="{63D0FD1B-798D-CD43-8179-80076D65D36B}" srcOrd="9" destOrd="0" presId="urn:microsoft.com/office/officeart/2008/layout/LinedList"/>
    <dgm:cxn modelId="{3CC47F6C-6DBA-A24B-9F68-025BB4BBC77E}" type="presParOf" srcId="{63D0FD1B-798D-CD43-8179-80076D65D36B}" destId="{4CB1BDA6-0F3D-D64C-8D7C-D492C5BFC10F}" srcOrd="0" destOrd="0" presId="urn:microsoft.com/office/officeart/2008/layout/LinedList"/>
    <dgm:cxn modelId="{5D478D2D-E4F3-CE4D-8E9F-51B36F1C294D}" type="presParOf" srcId="{63D0FD1B-798D-CD43-8179-80076D65D36B}" destId="{35D1FB05-1795-E14B-B642-44B55C3F6B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F4C6E9-E1D6-43BA-83AC-5D51728565A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C8D7B1-9EE3-4D8C-92BD-72FB8D81CE1F}">
      <dgm:prSet custT="1"/>
      <dgm:spPr/>
      <dgm:t>
        <a:bodyPr/>
        <a:lstStyle/>
        <a:p>
          <a:r>
            <a:rPr lang="en-US" sz="2000" dirty="0"/>
            <a:t>1.Introduce spend-based incentives to increase basket   size</a:t>
          </a:r>
        </a:p>
      </dgm:t>
    </dgm:pt>
    <dgm:pt modelId="{57351674-3E2C-4FDD-9417-C8C334F95653}" type="parTrans" cxnId="{C54FF205-BCB1-48CB-8C88-AA30B7B7BC46}">
      <dgm:prSet/>
      <dgm:spPr/>
      <dgm:t>
        <a:bodyPr/>
        <a:lstStyle/>
        <a:p>
          <a:endParaRPr lang="en-US"/>
        </a:p>
      </dgm:t>
    </dgm:pt>
    <dgm:pt modelId="{5DABC2FC-29E3-4D6D-9A90-A2824D01ECFE}" type="sibTrans" cxnId="{C54FF205-BCB1-48CB-8C88-AA30B7B7BC4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B73C5C1-086F-4FC3-8B13-6DE143158556}">
      <dgm:prSet/>
      <dgm:spPr/>
      <dgm:t>
        <a:bodyPr/>
        <a:lstStyle/>
        <a:p>
          <a:r>
            <a:rPr lang="en-US" dirty="0"/>
            <a:t>2.Test targeted promotions to drive incremental uplift</a:t>
          </a:r>
        </a:p>
      </dgm:t>
    </dgm:pt>
    <dgm:pt modelId="{8F133BB4-62C7-4FD1-AD02-4505E814A12F}" type="parTrans" cxnId="{51F735AA-4741-4C08-ABA9-A698BAD612A4}">
      <dgm:prSet/>
      <dgm:spPr/>
      <dgm:t>
        <a:bodyPr/>
        <a:lstStyle/>
        <a:p>
          <a:endParaRPr lang="en-US"/>
        </a:p>
      </dgm:t>
    </dgm:pt>
    <dgm:pt modelId="{EB361F02-F283-45B8-8C11-325D22F2FE69}" type="sibTrans" cxnId="{51F735AA-4741-4C08-ABA9-A698BAD612A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2C1AAF8-38F0-4A06-A1FB-B34B12B202BA}">
      <dgm:prSet/>
      <dgm:spPr/>
      <dgm:t>
        <a:bodyPr/>
        <a:lstStyle/>
        <a:p>
          <a:r>
            <a:rPr lang="en-US" dirty="0"/>
            <a:t>3.Evaluate customer frequency and lifetime value</a:t>
          </a:r>
        </a:p>
      </dgm:t>
    </dgm:pt>
    <dgm:pt modelId="{209B7D67-9DE2-48EB-A715-C5FEF3829BE1}" type="parTrans" cxnId="{B5D6AB6B-44D1-421A-9170-F44A54271809}">
      <dgm:prSet/>
      <dgm:spPr/>
      <dgm:t>
        <a:bodyPr/>
        <a:lstStyle/>
        <a:p>
          <a:endParaRPr lang="en-US"/>
        </a:p>
      </dgm:t>
    </dgm:pt>
    <dgm:pt modelId="{3A611D67-28DE-4A12-A75A-FBB083F016B2}" type="sibTrans" cxnId="{B5D6AB6B-44D1-421A-9170-F44A5427180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457F476-CD61-4FB3-B408-72F77A2D311E}">
      <dgm:prSet/>
      <dgm:spPr/>
      <dgm:t>
        <a:bodyPr/>
        <a:lstStyle/>
        <a:p>
          <a:r>
            <a:rPr lang="en-US" dirty="0"/>
            <a:t>4.Implement A/B testing to measure incremental impact</a:t>
          </a:r>
        </a:p>
      </dgm:t>
    </dgm:pt>
    <dgm:pt modelId="{277BF80D-3E9F-4FF4-8498-EBEDBD61D492}" type="parTrans" cxnId="{7148B9DF-F3E5-4F8E-B019-CF101C3DBF75}">
      <dgm:prSet/>
      <dgm:spPr/>
      <dgm:t>
        <a:bodyPr/>
        <a:lstStyle/>
        <a:p>
          <a:endParaRPr lang="en-US"/>
        </a:p>
      </dgm:t>
    </dgm:pt>
    <dgm:pt modelId="{B28198B5-36F7-4067-8329-E03968BAE9FC}" type="sibTrans" cxnId="{7148B9DF-F3E5-4F8E-B019-CF101C3DBF7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FFDC029-A248-4442-8CC7-BAFA4D7D620E}" type="pres">
      <dgm:prSet presAssocID="{0EF4C6E9-E1D6-43BA-83AC-5D51728565A7}" presName="Name0" presStyleCnt="0">
        <dgm:presLayoutVars>
          <dgm:animLvl val="lvl"/>
          <dgm:resizeHandles val="exact"/>
        </dgm:presLayoutVars>
      </dgm:prSet>
      <dgm:spPr/>
    </dgm:pt>
    <dgm:pt modelId="{92E7DABD-2D19-954D-AAE9-BB9D5DA9630E}" type="pres">
      <dgm:prSet presAssocID="{14C8D7B1-9EE3-4D8C-92BD-72FB8D81CE1F}" presName="compositeNode" presStyleCnt="0">
        <dgm:presLayoutVars>
          <dgm:bulletEnabled val="1"/>
        </dgm:presLayoutVars>
      </dgm:prSet>
      <dgm:spPr/>
    </dgm:pt>
    <dgm:pt modelId="{B3AACE62-E7C3-0746-8E8B-2D878EDAC00F}" type="pres">
      <dgm:prSet presAssocID="{14C8D7B1-9EE3-4D8C-92BD-72FB8D81CE1F}" presName="bgRect" presStyleLbl="bgAccFollowNode1" presStyleIdx="0" presStyleCnt="4"/>
      <dgm:spPr/>
    </dgm:pt>
    <dgm:pt modelId="{511A8C88-E5B6-9B4C-98F4-E0D55EDE9327}" type="pres">
      <dgm:prSet presAssocID="{5DABC2FC-29E3-4D6D-9A90-A2824D01ECF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776F6E6-DB9F-E940-BF29-A54E9BECD660}" type="pres">
      <dgm:prSet presAssocID="{14C8D7B1-9EE3-4D8C-92BD-72FB8D81CE1F}" presName="bottomLine" presStyleLbl="alignNode1" presStyleIdx="1" presStyleCnt="8">
        <dgm:presLayoutVars/>
      </dgm:prSet>
      <dgm:spPr/>
    </dgm:pt>
    <dgm:pt modelId="{24C731E9-1EE1-0D42-AA1D-292DAC0B360B}" type="pres">
      <dgm:prSet presAssocID="{14C8D7B1-9EE3-4D8C-92BD-72FB8D81CE1F}" presName="nodeText" presStyleLbl="bgAccFollowNode1" presStyleIdx="0" presStyleCnt="4">
        <dgm:presLayoutVars>
          <dgm:bulletEnabled val="1"/>
        </dgm:presLayoutVars>
      </dgm:prSet>
      <dgm:spPr/>
    </dgm:pt>
    <dgm:pt modelId="{14D646E6-76A1-2A46-A8A1-BE514AF9CE4A}" type="pres">
      <dgm:prSet presAssocID="{5DABC2FC-29E3-4D6D-9A90-A2824D01ECFE}" presName="sibTrans" presStyleCnt="0"/>
      <dgm:spPr/>
    </dgm:pt>
    <dgm:pt modelId="{C0587C0D-84AC-A740-BCD4-D385488D9C18}" type="pres">
      <dgm:prSet presAssocID="{BB73C5C1-086F-4FC3-8B13-6DE143158556}" presName="compositeNode" presStyleCnt="0">
        <dgm:presLayoutVars>
          <dgm:bulletEnabled val="1"/>
        </dgm:presLayoutVars>
      </dgm:prSet>
      <dgm:spPr/>
    </dgm:pt>
    <dgm:pt modelId="{4B3FA8E7-F25E-9C42-90A7-D1E586461992}" type="pres">
      <dgm:prSet presAssocID="{BB73C5C1-086F-4FC3-8B13-6DE143158556}" presName="bgRect" presStyleLbl="bgAccFollowNode1" presStyleIdx="1" presStyleCnt="4"/>
      <dgm:spPr/>
    </dgm:pt>
    <dgm:pt modelId="{4569FC8D-AE51-A641-9BF7-8010408682FA}" type="pres">
      <dgm:prSet presAssocID="{EB361F02-F283-45B8-8C11-325D22F2FE6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B3C7D9C3-1977-5B4F-9272-DA658832EB56}" type="pres">
      <dgm:prSet presAssocID="{BB73C5C1-086F-4FC3-8B13-6DE143158556}" presName="bottomLine" presStyleLbl="alignNode1" presStyleIdx="3" presStyleCnt="8">
        <dgm:presLayoutVars/>
      </dgm:prSet>
      <dgm:spPr/>
    </dgm:pt>
    <dgm:pt modelId="{1676C668-871A-A746-9895-7046760578B1}" type="pres">
      <dgm:prSet presAssocID="{BB73C5C1-086F-4FC3-8B13-6DE143158556}" presName="nodeText" presStyleLbl="bgAccFollowNode1" presStyleIdx="1" presStyleCnt="4">
        <dgm:presLayoutVars>
          <dgm:bulletEnabled val="1"/>
        </dgm:presLayoutVars>
      </dgm:prSet>
      <dgm:spPr/>
    </dgm:pt>
    <dgm:pt modelId="{EC8D0EA1-0B69-B845-B8AC-49110ECFE2AF}" type="pres">
      <dgm:prSet presAssocID="{EB361F02-F283-45B8-8C11-325D22F2FE69}" presName="sibTrans" presStyleCnt="0"/>
      <dgm:spPr/>
    </dgm:pt>
    <dgm:pt modelId="{C62E0580-F9E5-4843-87BA-0BD139702C85}" type="pres">
      <dgm:prSet presAssocID="{32C1AAF8-38F0-4A06-A1FB-B34B12B202BA}" presName="compositeNode" presStyleCnt="0">
        <dgm:presLayoutVars>
          <dgm:bulletEnabled val="1"/>
        </dgm:presLayoutVars>
      </dgm:prSet>
      <dgm:spPr/>
    </dgm:pt>
    <dgm:pt modelId="{ED4FEE43-CF17-7544-8E2D-E850359A3A4F}" type="pres">
      <dgm:prSet presAssocID="{32C1AAF8-38F0-4A06-A1FB-B34B12B202BA}" presName="bgRect" presStyleLbl="bgAccFollowNode1" presStyleIdx="2" presStyleCnt="4"/>
      <dgm:spPr/>
    </dgm:pt>
    <dgm:pt modelId="{55E77D0B-A984-8F48-9DC3-0E46E9DBA5ED}" type="pres">
      <dgm:prSet presAssocID="{3A611D67-28DE-4A12-A75A-FBB083F016B2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4D7A449-6B3A-FE49-B8ED-2E35D4EC8577}" type="pres">
      <dgm:prSet presAssocID="{32C1AAF8-38F0-4A06-A1FB-B34B12B202BA}" presName="bottomLine" presStyleLbl="alignNode1" presStyleIdx="5" presStyleCnt="8">
        <dgm:presLayoutVars/>
      </dgm:prSet>
      <dgm:spPr/>
    </dgm:pt>
    <dgm:pt modelId="{81F372DD-1BD6-644C-A7AB-A253AE807194}" type="pres">
      <dgm:prSet presAssocID="{32C1AAF8-38F0-4A06-A1FB-B34B12B202BA}" presName="nodeText" presStyleLbl="bgAccFollowNode1" presStyleIdx="2" presStyleCnt="4">
        <dgm:presLayoutVars>
          <dgm:bulletEnabled val="1"/>
        </dgm:presLayoutVars>
      </dgm:prSet>
      <dgm:spPr/>
    </dgm:pt>
    <dgm:pt modelId="{6AE563BC-9905-DA49-B254-64024BCF2947}" type="pres">
      <dgm:prSet presAssocID="{3A611D67-28DE-4A12-A75A-FBB083F016B2}" presName="sibTrans" presStyleCnt="0"/>
      <dgm:spPr/>
    </dgm:pt>
    <dgm:pt modelId="{681F2997-7C37-684C-A00C-162802A784E2}" type="pres">
      <dgm:prSet presAssocID="{6457F476-CD61-4FB3-B408-72F77A2D311E}" presName="compositeNode" presStyleCnt="0">
        <dgm:presLayoutVars>
          <dgm:bulletEnabled val="1"/>
        </dgm:presLayoutVars>
      </dgm:prSet>
      <dgm:spPr/>
    </dgm:pt>
    <dgm:pt modelId="{3D158DF6-743A-584B-9401-BC09ACC33297}" type="pres">
      <dgm:prSet presAssocID="{6457F476-CD61-4FB3-B408-72F77A2D311E}" presName="bgRect" presStyleLbl="bgAccFollowNode1" presStyleIdx="3" presStyleCnt="4"/>
      <dgm:spPr/>
    </dgm:pt>
    <dgm:pt modelId="{8303AD48-11F2-3546-916D-FF893D8ACDCD}" type="pres">
      <dgm:prSet presAssocID="{B28198B5-36F7-4067-8329-E03968BAE9F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6A41E33D-0052-424F-A9A2-39E0D84DADA9}" type="pres">
      <dgm:prSet presAssocID="{6457F476-CD61-4FB3-B408-72F77A2D311E}" presName="bottomLine" presStyleLbl="alignNode1" presStyleIdx="7" presStyleCnt="8">
        <dgm:presLayoutVars/>
      </dgm:prSet>
      <dgm:spPr/>
    </dgm:pt>
    <dgm:pt modelId="{F5B02DDC-DF1B-C746-AADA-2A8519C81B76}" type="pres">
      <dgm:prSet presAssocID="{6457F476-CD61-4FB3-B408-72F77A2D311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C54FF205-BCB1-48CB-8C88-AA30B7B7BC46}" srcId="{0EF4C6E9-E1D6-43BA-83AC-5D51728565A7}" destId="{14C8D7B1-9EE3-4D8C-92BD-72FB8D81CE1F}" srcOrd="0" destOrd="0" parTransId="{57351674-3E2C-4FDD-9417-C8C334F95653}" sibTransId="{5DABC2FC-29E3-4D6D-9A90-A2824D01ECFE}"/>
    <dgm:cxn modelId="{6D524515-AC17-4947-BC68-3316951204C0}" type="presOf" srcId="{32C1AAF8-38F0-4A06-A1FB-B34B12B202BA}" destId="{ED4FEE43-CF17-7544-8E2D-E850359A3A4F}" srcOrd="0" destOrd="0" presId="urn:microsoft.com/office/officeart/2016/7/layout/BasicLinearProcessNumbered"/>
    <dgm:cxn modelId="{5C29AE2B-69FA-4F4B-AE7F-A9D6770A48F2}" type="presOf" srcId="{6457F476-CD61-4FB3-B408-72F77A2D311E}" destId="{F5B02DDC-DF1B-C746-AADA-2A8519C81B76}" srcOrd="1" destOrd="0" presId="urn:microsoft.com/office/officeart/2016/7/layout/BasicLinearProcessNumbered"/>
    <dgm:cxn modelId="{4AA3A544-AD8F-3E4C-8424-82623B6835E4}" type="presOf" srcId="{BB73C5C1-086F-4FC3-8B13-6DE143158556}" destId="{1676C668-871A-A746-9895-7046760578B1}" srcOrd="1" destOrd="0" presId="urn:microsoft.com/office/officeart/2016/7/layout/BasicLinearProcessNumbered"/>
    <dgm:cxn modelId="{547D3457-830E-CB42-9A6D-9AF4BC9CF9B4}" type="presOf" srcId="{0EF4C6E9-E1D6-43BA-83AC-5D51728565A7}" destId="{EFFDC029-A248-4442-8CC7-BAFA4D7D620E}" srcOrd="0" destOrd="0" presId="urn:microsoft.com/office/officeart/2016/7/layout/BasicLinearProcessNumbered"/>
    <dgm:cxn modelId="{DE09F667-EBFA-C748-83B4-62F91CA78099}" type="presOf" srcId="{5DABC2FC-29E3-4D6D-9A90-A2824D01ECFE}" destId="{511A8C88-E5B6-9B4C-98F4-E0D55EDE9327}" srcOrd="0" destOrd="0" presId="urn:microsoft.com/office/officeart/2016/7/layout/BasicLinearProcessNumbered"/>
    <dgm:cxn modelId="{B5D6AB6B-44D1-421A-9170-F44A54271809}" srcId="{0EF4C6E9-E1D6-43BA-83AC-5D51728565A7}" destId="{32C1AAF8-38F0-4A06-A1FB-B34B12B202BA}" srcOrd="2" destOrd="0" parTransId="{209B7D67-9DE2-48EB-A715-C5FEF3829BE1}" sibTransId="{3A611D67-28DE-4A12-A75A-FBB083F016B2}"/>
    <dgm:cxn modelId="{E9F10EA2-17DF-7B43-BA08-4FD8257136D5}" type="presOf" srcId="{32C1AAF8-38F0-4A06-A1FB-B34B12B202BA}" destId="{81F372DD-1BD6-644C-A7AB-A253AE807194}" srcOrd="1" destOrd="0" presId="urn:microsoft.com/office/officeart/2016/7/layout/BasicLinearProcessNumbered"/>
    <dgm:cxn modelId="{51F735AA-4741-4C08-ABA9-A698BAD612A4}" srcId="{0EF4C6E9-E1D6-43BA-83AC-5D51728565A7}" destId="{BB73C5C1-086F-4FC3-8B13-6DE143158556}" srcOrd="1" destOrd="0" parTransId="{8F133BB4-62C7-4FD1-AD02-4505E814A12F}" sibTransId="{EB361F02-F283-45B8-8C11-325D22F2FE69}"/>
    <dgm:cxn modelId="{A58277C4-4843-ED46-84D0-427FDA092976}" type="presOf" srcId="{3A611D67-28DE-4A12-A75A-FBB083F016B2}" destId="{55E77D0B-A984-8F48-9DC3-0E46E9DBA5ED}" srcOrd="0" destOrd="0" presId="urn:microsoft.com/office/officeart/2016/7/layout/BasicLinearProcessNumbered"/>
    <dgm:cxn modelId="{A3B5EDCD-6B34-BD49-AE58-403B126ADE9D}" type="presOf" srcId="{14C8D7B1-9EE3-4D8C-92BD-72FB8D81CE1F}" destId="{24C731E9-1EE1-0D42-AA1D-292DAC0B360B}" srcOrd="1" destOrd="0" presId="urn:microsoft.com/office/officeart/2016/7/layout/BasicLinearProcessNumbered"/>
    <dgm:cxn modelId="{D342C4D2-5E96-F949-81A5-EAE83778E3B0}" type="presOf" srcId="{EB361F02-F283-45B8-8C11-325D22F2FE69}" destId="{4569FC8D-AE51-A641-9BF7-8010408682FA}" srcOrd="0" destOrd="0" presId="urn:microsoft.com/office/officeart/2016/7/layout/BasicLinearProcessNumbered"/>
    <dgm:cxn modelId="{7148B9DF-F3E5-4F8E-B019-CF101C3DBF75}" srcId="{0EF4C6E9-E1D6-43BA-83AC-5D51728565A7}" destId="{6457F476-CD61-4FB3-B408-72F77A2D311E}" srcOrd="3" destOrd="0" parTransId="{277BF80D-3E9F-4FF4-8498-EBEDBD61D492}" sibTransId="{B28198B5-36F7-4067-8329-E03968BAE9FC}"/>
    <dgm:cxn modelId="{A2CED9EE-54F1-214E-95A4-516E78B3039B}" type="presOf" srcId="{14C8D7B1-9EE3-4D8C-92BD-72FB8D81CE1F}" destId="{B3AACE62-E7C3-0746-8E8B-2D878EDAC00F}" srcOrd="0" destOrd="0" presId="urn:microsoft.com/office/officeart/2016/7/layout/BasicLinearProcessNumbered"/>
    <dgm:cxn modelId="{3D9F3AF6-F8D1-FE44-9123-1518AA5CE439}" type="presOf" srcId="{B28198B5-36F7-4067-8329-E03968BAE9FC}" destId="{8303AD48-11F2-3546-916D-FF893D8ACDCD}" srcOrd="0" destOrd="0" presId="urn:microsoft.com/office/officeart/2016/7/layout/BasicLinearProcessNumbered"/>
    <dgm:cxn modelId="{22D967F7-79B6-A944-9C09-A4B4A982E932}" type="presOf" srcId="{6457F476-CD61-4FB3-B408-72F77A2D311E}" destId="{3D158DF6-743A-584B-9401-BC09ACC33297}" srcOrd="0" destOrd="0" presId="urn:microsoft.com/office/officeart/2016/7/layout/BasicLinearProcessNumbered"/>
    <dgm:cxn modelId="{E5EB98FD-0855-684B-8719-B30F89CAE604}" type="presOf" srcId="{BB73C5C1-086F-4FC3-8B13-6DE143158556}" destId="{4B3FA8E7-F25E-9C42-90A7-D1E586461992}" srcOrd="0" destOrd="0" presId="urn:microsoft.com/office/officeart/2016/7/layout/BasicLinearProcessNumbered"/>
    <dgm:cxn modelId="{80B63AAB-296B-5847-9878-545551605772}" type="presParOf" srcId="{EFFDC029-A248-4442-8CC7-BAFA4D7D620E}" destId="{92E7DABD-2D19-954D-AAE9-BB9D5DA9630E}" srcOrd="0" destOrd="0" presId="urn:microsoft.com/office/officeart/2016/7/layout/BasicLinearProcessNumbered"/>
    <dgm:cxn modelId="{1E8CE741-4EE1-504C-BF42-A9E5857230A8}" type="presParOf" srcId="{92E7DABD-2D19-954D-AAE9-BB9D5DA9630E}" destId="{B3AACE62-E7C3-0746-8E8B-2D878EDAC00F}" srcOrd="0" destOrd="0" presId="urn:microsoft.com/office/officeart/2016/7/layout/BasicLinearProcessNumbered"/>
    <dgm:cxn modelId="{10AFA90D-22FC-584B-AA84-1F6DEBBA8A6B}" type="presParOf" srcId="{92E7DABD-2D19-954D-AAE9-BB9D5DA9630E}" destId="{511A8C88-E5B6-9B4C-98F4-E0D55EDE9327}" srcOrd="1" destOrd="0" presId="urn:microsoft.com/office/officeart/2016/7/layout/BasicLinearProcessNumbered"/>
    <dgm:cxn modelId="{EE523617-D8EC-814B-9818-460077F8310D}" type="presParOf" srcId="{92E7DABD-2D19-954D-AAE9-BB9D5DA9630E}" destId="{A776F6E6-DB9F-E940-BF29-A54E9BECD660}" srcOrd="2" destOrd="0" presId="urn:microsoft.com/office/officeart/2016/7/layout/BasicLinearProcessNumbered"/>
    <dgm:cxn modelId="{23739D27-94C3-1C4B-85E8-011036F45EE8}" type="presParOf" srcId="{92E7DABD-2D19-954D-AAE9-BB9D5DA9630E}" destId="{24C731E9-1EE1-0D42-AA1D-292DAC0B360B}" srcOrd="3" destOrd="0" presId="urn:microsoft.com/office/officeart/2016/7/layout/BasicLinearProcessNumbered"/>
    <dgm:cxn modelId="{A70BE84D-703D-E744-98EE-5D54F2FD843C}" type="presParOf" srcId="{EFFDC029-A248-4442-8CC7-BAFA4D7D620E}" destId="{14D646E6-76A1-2A46-A8A1-BE514AF9CE4A}" srcOrd="1" destOrd="0" presId="urn:microsoft.com/office/officeart/2016/7/layout/BasicLinearProcessNumbered"/>
    <dgm:cxn modelId="{A91F2D3A-795F-1646-AB7D-7836B60EA8D0}" type="presParOf" srcId="{EFFDC029-A248-4442-8CC7-BAFA4D7D620E}" destId="{C0587C0D-84AC-A740-BCD4-D385488D9C18}" srcOrd="2" destOrd="0" presId="urn:microsoft.com/office/officeart/2016/7/layout/BasicLinearProcessNumbered"/>
    <dgm:cxn modelId="{36B14A60-81B1-1544-8F61-A4D6D7F66691}" type="presParOf" srcId="{C0587C0D-84AC-A740-BCD4-D385488D9C18}" destId="{4B3FA8E7-F25E-9C42-90A7-D1E586461992}" srcOrd="0" destOrd="0" presId="urn:microsoft.com/office/officeart/2016/7/layout/BasicLinearProcessNumbered"/>
    <dgm:cxn modelId="{E655AF9F-9A39-0D40-AE2D-4B4AFA73E3A7}" type="presParOf" srcId="{C0587C0D-84AC-A740-BCD4-D385488D9C18}" destId="{4569FC8D-AE51-A641-9BF7-8010408682FA}" srcOrd="1" destOrd="0" presId="urn:microsoft.com/office/officeart/2016/7/layout/BasicLinearProcessNumbered"/>
    <dgm:cxn modelId="{A091E4C5-B7D5-5848-B9B2-6B00A413EA2B}" type="presParOf" srcId="{C0587C0D-84AC-A740-BCD4-D385488D9C18}" destId="{B3C7D9C3-1977-5B4F-9272-DA658832EB56}" srcOrd="2" destOrd="0" presId="urn:microsoft.com/office/officeart/2016/7/layout/BasicLinearProcessNumbered"/>
    <dgm:cxn modelId="{CE8677C1-CDC8-8544-9FAB-D5CEB0991FE1}" type="presParOf" srcId="{C0587C0D-84AC-A740-BCD4-D385488D9C18}" destId="{1676C668-871A-A746-9895-7046760578B1}" srcOrd="3" destOrd="0" presId="urn:microsoft.com/office/officeart/2016/7/layout/BasicLinearProcessNumbered"/>
    <dgm:cxn modelId="{B115DC46-4ADC-5D40-A319-826B15806432}" type="presParOf" srcId="{EFFDC029-A248-4442-8CC7-BAFA4D7D620E}" destId="{EC8D0EA1-0B69-B845-B8AC-49110ECFE2AF}" srcOrd="3" destOrd="0" presId="urn:microsoft.com/office/officeart/2016/7/layout/BasicLinearProcessNumbered"/>
    <dgm:cxn modelId="{D51714EE-0311-4C48-9401-04C1FCD5058E}" type="presParOf" srcId="{EFFDC029-A248-4442-8CC7-BAFA4D7D620E}" destId="{C62E0580-F9E5-4843-87BA-0BD139702C85}" srcOrd="4" destOrd="0" presId="urn:microsoft.com/office/officeart/2016/7/layout/BasicLinearProcessNumbered"/>
    <dgm:cxn modelId="{F4B89D5D-460C-CD46-B21F-5EA6F00CC3B5}" type="presParOf" srcId="{C62E0580-F9E5-4843-87BA-0BD139702C85}" destId="{ED4FEE43-CF17-7544-8E2D-E850359A3A4F}" srcOrd="0" destOrd="0" presId="urn:microsoft.com/office/officeart/2016/7/layout/BasicLinearProcessNumbered"/>
    <dgm:cxn modelId="{3F1E3131-C0CA-5E42-8B19-43AE399FA1C5}" type="presParOf" srcId="{C62E0580-F9E5-4843-87BA-0BD139702C85}" destId="{55E77D0B-A984-8F48-9DC3-0E46E9DBA5ED}" srcOrd="1" destOrd="0" presId="urn:microsoft.com/office/officeart/2016/7/layout/BasicLinearProcessNumbered"/>
    <dgm:cxn modelId="{95CBEB43-094E-AD4E-A278-26E5433CE539}" type="presParOf" srcId="{C62E0580-F9E5-4843-87BA-0BD139702C85}" destId="{04D7A449-6B3A-FE49-B8ED-2E35D4EC8577}" srcOrd="2" destOrd="0" presId="urn:microsoft.com/office/officeart/2016/7/layout/BasicLinearProcessNumbered"/>
    <dgm:cxn modelId="{EBE758CC-A864-6449-9679-C7597A1386AD}" type="presParOf" srcId="{C62E0580-F9E5-4843-87BA-0BD139702C85}" destId="{81F372DD-1BD6-644C-A7AB-A253AE807194}" srcOrd="3" destOrd="0" presId="urn:microsoft.com/office/officeart/2016/7/layout/BasicLinearProcessNumbered"/>
    <dgm:cxn modelId="{F5104C98-5CBF-674A-AB9A-C4C2113F1F0A}" type="presParOf" srcId="{EFFDC029-A248-4442-8CC7-BAFA4D7D620E}" destId="{6AE563BC-9905-DA49-B254-64024BCF2947}" srcOrd="5" destOrd="0" presId="urn:microsoft.com/office/officeart/2016/7/layout/BasicLinearProcessNumbered"/>
    <dgm:cxn modelId="{DD857555-0AD3-5D41-9848-37382AE621F9}" type="presParOf" srcId="{EFFDC029-A248-4442-8CC7-BAFA4D7D620E}" destId="{681F2997-7C37-684C-A00C-162802A784E2}" srcOrd="6" destOrd="0" presId="urn:microsoft.com/office/officeart/2016/7/layout/BasicLinearProcessNumbered"/>
    <dgm:cxn modelId="{C145D4C9-D349-0041-8E05-EAF67221A906}" type="presParOf" srcId="{681F2997-7C37-684C-A00C-162802A784E2}" destId="{3D158DF6-743A-584B-9401-BC09ACC33297}" srcOrd="0" destOrd="0" presId="urn:microsoft.com/office/officeart/2016/7/layout/BasicLinearProcessNumbered"/>
    <dgm:cxn modelId="{14F23074-C446-4849-A08E-39DBF76A91F1}" type="presParOf" srcId="{681F2997-7C37-684C-A00C-162802A784E2}" destId="{8303AD48-11F2-3546-916D-FF893D8ACDCD}" srcOrd="1" destOrd="0" presId="urn:microsoft.com/office/officeart/2016/7/layout/BasicLinearProcessNumbered"/>
    <dgm:cxn modelId="{A11F01A5-1A62-8E47-824C-D44C0F1F3289}" type="presParOf" srcId="{681F2997-7C37-684C-A00C-162802A784E2}" destId="{6A41E33D-0052-424F-A9A2-39E0D84DADA9}" srcOrd="2" destOrd="0" presId="urn:microsoft.com/office/officeart/2016/7/layout/BasicLinearProcessNumbered"/>
    <dgm:cxn modelId="{FA6B6782-9A37-B14A-8DF6-58B50A504BAF}" type="presParOf" srcId="{681F2997-7C37-684C-A00C-162802A784E2}" destId="{F5B02DDC-DF1B-C746-AADA-2A8519C81B7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33F4E-13E7-4651-9FBD-91AE066FCF74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FFD7F-6815-4972-9DE2-7D99714038EB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E9B8D-E68F-48BB-B22D-68DABE71CD0D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Business Context</a:t>
          </a:r>
        </a:p>
      </dsp:txBody>
      <dsp:txXfrm>
        <a:off x="1057183" y="1805"/>
        <a:ext cx="9458416" cy="915310"/>
      </dsp:txXfrm>
    </dsp:sp>
    <dsp:sp modelId="{BFC89CD3-71C3-46AE-BEAC-FD3D05DA3D48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DF9C7-1122-472F-8047-2F774287CAF3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BA582-00B1-4528-A96F-11593B7A3D5A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loyalty program has strong adoption across transactions. This analysis evaluates whether loyalty participation translates into incremental revenue performance.</a:t>
          </a:r>
        </a:p>
      </dsp:txBody>
      <dsp:txXfrm>
        <a:off x="1057183" y="1145944"/>
        <a:ext cx="9458416" cy="915310"/>
      </dsp:txXfrm>
    </dsp:sp>
    <dsp:sp modelId="{DBC9C9F0-482A-4401-8FF5-FB610A6471D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61FC5-E545-421E-AD62-244DAC56B6CF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27CB1-6438-4B3A-BE2C-75C58F7AE84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Objective</a:t>
          </a:r>
        </a:p>
      </dsp:txBody>
      <dsp:txXfrm>
        <a:off x="1057183" y="2290082"/>
        <a:ext cx="9458416" cy="915310"/>
      </dsp:txXfrm>
    </dsp:sp>
    <dsp:sp modelId="{C51EE269-439B-4021-B926-EF8089B4E344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50A98-6CEB-4F0D-A382-4314A91E196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8BD48-8A64-4C17-9763-E084ADA9B8D9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Assess basket behavior and revenue contribution of loyal vs non-loyal customers to determine true business impact.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E488B-DDA7-5149-92E4-AE0437BC6599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6196F-39D6-4548-AB04-0D1A12423C10}">
      <dsp:nvSpPr>
        <dsp:cNvPr id="0" name=""/>
        <dsp:cNvSpPr/>
      </dsp:nvSpPr>
      <dsp:spPr>
        <a:xfrm>
          <a:off x="0" y="531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* Transaction-level data analyzed for 2007</a:t>
          </a:r>
        </a:p>
      </dsp:txBody>
      <dsp:txXfrm>
        <a:off x="0" y="531"/>
        <a:ext cx="10515600" cy="483363"/>
      </dsp:txXfrm>
    </dsp:sp>
    <dsp:sp modelId="{6EAA8C06-5357-4941-8645-1E3FD5951515}">
      <dsp:nvSpPr>
        <dsp:cNvPr id="0" name=""/>
        <dsp:cNvSpPr/>
      </dsp:nvSpPr>
      <dsp:spPr>
        <a:xfrm>
          <a:off x="0" y="48389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0785E-393C-EE4E-8747-38CAF63DC09F}">
      <dsp:nvSpPr>
        <dsp:cNvPr id="0" name=""/>
        <dsp:cNvSpPr/>
      </dsp:nvSpPr>
      <dsp:spPr>
        <a:xfrm>
          <a:off x="0" y="483895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* Aggregated to basket level for behavioral comparison</a:t>
          </a:r>
        </a:p>
      </dsp:txBody>
      <dsp:txXfrm>
        <a:off x="0" y="483895"/>
        <a:ext cx="10515600" cy="483363"/>
      </dsp:txXfrm>
    </dsp:sp>
    <dsp:sp modelId="{A13A2689-EE1E-5D46-A837-DF68FF8F3FDA}">
      <dsp:nvSpPr>
        <dsp:cNvPr id="0" name=""/>
        <dsp:cNvSpPr/>
      </dsp:nvSpPr>
      <dsp:spPr>
        <a:xfrm>
          <a:off x="0" y="9672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F7815-DC96-EF4E-9539-2A7449C93349}">
      <dsp:nvSpPr>
        <dsp:cNvPr id="0" name=""/>
        <dsp:cNvSpPr/>
      </dsp:nvSpPr>
      <dsp:spPr>
        <a:xfrm>
          <a:off x="0" y="967259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* Compared loyal vs non-loyal baskets</a:t>
          </a:r>
        </a:p>
      </dsp:txBody>
      <dsp:txXfrm>
        <a:off x="0" y="967259"/>
        <a:ext cx="10515600" cy="483363"/>
      </dsp:txXfrm>
    </dsp:sp>
    <dsp:sp modelId="{25C30D4D-74EF-4343-BD3D-671E1B73341B}">
      <dsp:nvSpPr>
        <dsp:cNvPr id="0" name=""/>
        <dsp:cNvSpPr/>
      </dsp:nvSpPr>
      <dsp:spPr>
        <a:xfrm>
          <a:off x="0" y="145062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393B2-5C31-4645-BB0F-456CB67A4F5B}">
      <dsp:nvSpPr>
        <dsp:cNvPr id="0" name=""/>
        <dsp:cNvSpPr/>
      </dsp:nvSpPr>
      <dsp:spPr>
        <a:xfrm>
          <a:off x="0" y="1450623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* Calculated:</a:t>
          </a:r>
        </a:p>
      </dsp:txBody>
      <dsp:txXfrm>
        <a:off x="0" y="1450623"/>
        <a:ext cx="10515600" cy="483363"/>
      </dsp:txXfrm>
    </dsp:sp>
    <dsp:sp modelId="{1580F600-CD99-D041-9426-B82F92B4D492}">
      <dsp:nvSpPr>
        <dsp:cNvPr id="0" name=""/>
        <dsp:cNvSpPr/>
      </dsp:nvSpPr>
      <dsp:spPr>
        <a:xfrm>
          <a:off x="0" y="19339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B46AA-56CA-854F-89AF-82608535FFEB}">
      <dsp:nvSpPr>
        <dsp:cNvPr id="0" name=""/>
        <dsp:cNvSpPr/>
      </dsp:nvSpPr>
      <dsp:spPr>
        <a:xfrm>
          <a:off x="0" y="1933987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– Basket penetration</a:t>
          </a:r>
        </a:p>
      </dsp:txBody>
      <dsp:txXfrm>
        <a:off x="0" y="1933987"/>
        <a:ext cx="10515600" cy="483363"/>
      </dsp:txXfrm>
    </dsp:sp>
    <dsp:sp modelId="{4292B348-BA49-ED42-972E-80A7150F6F2C}">
      <dsp:nvSpPr>
        <dsp:cNvPr id="0" name=""/>
        <dsp:cNvSpPr/>
      </dsp:nvSpPr>
      <dsp:spPr>
        <a:xfrm>
          <a:off x="0" y="241735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8558B-2E36-EC4E-83C7-20DB3DEB3528}">
      <dsp:nvSpPr>
        <dsp:cNvPr id="0" name=""/>
        <dsp:cNvSpPr/>
      </dsp:nvSpPr>
      <dsp:spPr>
        <a:xfrm>
          <a:off x="0" y="2417350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– Revenue penetration</a:t>
          </a:r>
        </a:p>
      </dsp:txBody>
      <dsp:txXfrm>
        <a:off x="0" y="2417350"/>
        <a:ext cx="10515600" cy="483363"/>
      </dsp:txXfrm>
    </dsp:sp>
    <dsp:sp modelId="{CCA38A80-49D7-6449-8862-DAE591BC7B05}">
      <dsp:nvSpPr>
        <dsp:cNvPr id="0" name=""/>
        <dsp:cNvSpPr/>
      </dsp:nvSpPr>
      <dsp:spPr>
        <a:xfrm>
          <a:off x="0" y="290071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F0FC8-6197-0949-8894-664CA91DD6DE}">
      <dsp:nvSpPr>
        <dsp:cNvPr id="0" name=""/>
        <dsp:cNvSpPr/>
      </dsp:nvSpPr>
      <dsp:spPr>
        <a:xfrm>
          <a:off x="0" y="2900714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– Average basket value</a:t>
          </a:r>
        </a:p>
      </dsp:txBody>
      <dsp:txXfrm>
        <a:off x="0" y="2900714"/>
        <a:ext cx="10515600" cy="483363"/>
      </dsp:txXfrm>
    </dsp:sp>
    <dsp:sp modelId="{0BF871B4-8A87-184B-9758-6DA0D14BF843}">
      <dsp:nvSpPr>
        <dsp:cNvPr id="0" name=""/>
        <dsp:cNvSpPr/>
      </dsp:nvSpPr>
      <dsp:spPr>
        <a:xfrm>
          <a:off x="0" y="338407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D3099-92B8-6849-ADB6-DF5B4E545603}">
      <dsp:nvSpPr>
        <dsp:cNvPr id="0" name=""/>
        <dsp:cNvSpPr/>
      </dsp:nvSpPr>
      <dsp:spPr>
        <a:xfrm>
          <a:off x="0" y="3384078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– Revenue uplift</a:t>
          </a:r>
        </a:p>
      </dsp:txBody>
      <dsp:txXfrm>
        <a:off x="0" y="3384078"/>
        <a:ext cx="10515600" cy="483363"/>
      </dsp:txXfrm>
    </dsp:sp>
    <dsp:sp modelId="{C7DF5236-ED6D-3943-9B76-E1EE086A758B}">
      <dsp:nvSpPr>
        <dsp:cNvPr id="0" name=""/>
        <dsp:cNvSpPr/>
      </dsp:nvSpPr>
      <dsp:spPr>
        <a:xfrm>
          <a:off x="0" y="386744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37FB0-4ED4-7643-ABA9-136FA4F00FCA}">
      <dsp:nvSpPr>
        <dsp:cNvPr id="0" name=""/>
        <dsp:cNvSpPr/>
      </dsp:nvSpPr>
      <dsp:spPr>
        <a:xfrm>
          <a:off x="0" y="3867442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* Validated calculations using SQL for scalability</a:t>
          </a:r>
        </a:p>
      </dsp:txBody>
      <dsp:txXfrm>
        <a:off x="0" y="3867442"/>
        <a:ext cx="10515600" cy="483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16126-A9B3-4D9E-B7EE-F96071BA3678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60E79-9BD7-4E01-B198-2DF087B73AE9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E81A6-0127-460D-B48C-141B54BA5581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Average Basket (Loyal): 1.7804</a:t>
          </a:r>
        </a:p>
      </dsp:txBody>
      <dsp:txXfrm>
        <a:off x="1834517" y="469890"/>
        <a:ext cx="3148942" cy="1335915"/>
      </dsp:txXfrm>
    </dsp:sp>
    <dsp:sp modelId="{B23656FE-6BBE-4736-91EB-08B7DF99CA23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B558E-F051-4EE0-AD53-B5B696388CFA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28123-6A9A-4AC3-B1A9-3CD942B3A407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Average Basket (Non-Loyal): 1.7938</a:t>
          </a:r>
        </a:p>
      </dsp:txBody>
      <dsp:txXfrm>
        <a:off x="7154322" y="469890"/>
        <a:ext cx="3148942" cy="1335915"/>
      </dsp:txXfrm>
    </dsp:sp>
    <dsp:sp modelId="{5127D8B2-380B-4901-BEE2-496027E8F2E8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41C6C-F604-4E41-94AE-AE5A5A8E2EB3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0D870-1867-465A-9D16-9EC059617D54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Revenue Uplift: –0.75%</a:t>
          </a:r>
        </a:p>
      </dsp:txBody>
      <dsp:txXfrm>
        <a:off x="1834517" y="2545532"/>
        <a:ext cx="3148942" cy="1335915"/>
      </dsp:txXfrm>
    </dsp:sp>
    <dsp:sp modelId="{91ABD1FF-CB59-4CE6-BDF4-25594D77D70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0CBBF-1C50-4D2B-9B44-678D03D2CED7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99AEE-78D6-46F1-94B9-F7684BB52CA8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Loyal customers do not exhibit higher spend per basket. The program appears to drive engagement but not transaction expansion.</a:t>
          </a:r>
        </a:p>
      </dsp:txBody>
      <dsp:txXfrm>
        <a:off x="7154322" y="2545532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B8EE7-E7F6-F042-9C3E-9B70F10D3EDB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E429D-4B04-5F40-A245-3825EB26A402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* </a:t>
          </a:r>
          <a:r>
            <a:rPr lang="en-US" sz="2000" kern="1200" dirty="0"/>
            <a:t>High participation (80%)</a:t>
          </a:r>
        </a:p>
      </dsp:txBody>
      <dsp:txXfrm>
        <a:off x="0" y="531"/>
        <a:ext cx="10515600" cy="870055"/>
      </dsp:txXfrm>
    </dsp:sp>
    <dsp:sp modelId="{F11B1F1C-D219-2344-928F-2F4DA87458CD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6EDDB-BC9C-2649-8444-6AAFC363C48E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Revenue proportional to basket share</a:t>
          </a:r>
        </a:p>
      </dsp:txBody>
      <dsp:txXfrm>
        <a:off x="0" y="870586"/>
        <a:ext cx="10515600" cy="870055"/>
      </dsp:txXfrm>
    </dsp:sp>
    <dsp:sp modelId="{4B43ED48-FEB0-0D40-8191-6BD29C76AB62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323A6-FB64-254A-9CD8-0FA249341A31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No measurable basket uplift</a:t>
          </a:r>
        </a:p>
      </dsp:txBody>
      <dsp:txXfrm>
        <a:off x="0" y="1740641"/>
        <a:ext cx="10515600" cy="870055"/>
      </dsp:txXfrm>
    </dsp:sp>
    <dsp:sp modelId="{26D65D7E-E5A6-424D-B36E-75D1428DF289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0078-DD2A-E141-B66F-4B73D3DFFEE8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Spend index ≈ 1</a:t>
          </a:r>
        </a:p>
      </dsp:txBody>
      <dsp:txXfrm>
        <a:off x="0" y="2610696"/>
        <a:ext cx="10515600" cy="870055"/>
      </dsp:txXfrm>
    </dsp:sp>
    <dsp:sp modelId="{6E979204-215A-9C46-927B-C4C8EF38011E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1BDA6-0F3D-D64C-8D7C-D492C5BFC10F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loyalty program currently reinforces participation but does not increase spending intensity.</a:t>
          </a:r>
        </a:p>
      </dsp:txBody>
      <dsp:txXfrm>
        <a:off x="0" y="3480751"/>
        <a:ext cx="10515600" cy="8700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ACE62-E7C3-0746-8E8B-2D878EDAC00F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1.Introduce spend-based incentives to increase basket   size</a:t>
          </a:r>
        </a:p>
      </dsp:txBody>
      <dsp:txXfrm>
        <a:off x="3080" y="1765067"/>
        <a:ext cx="2444055" cy="2053006"/>
      </dsp:txXfrm>
    </dsp:sp>
    <dsp:sp modelId="{511A8C88-E5B6-9B4C-98F4-E0D55EDE9327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A776F6E6-DB9F-E940-BF29-A54E9BECD660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FA8E7-F25E-9C42-90A7-D1E586461992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2.Test targeted promotions to drive incremental uplift</a:t>
          </a:r>
        </a:p>
      </dsp:txBody>
      <dsp:txXfrm>
        <a:off x="2691541" y="1765067"/>
        <a:ext cx="2444055" cy="2053006"/>
      </dsp:txXfrm>
    </dsp:sp>
    <dsp:sp modelId="{4569FC8D-AE51-A641-9BF7-8010408682FA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B3C7D9C3-1977-5B4F-9272-DA658832EB56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FEE43-CF17-7544-8E2D-E850359A3A4F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3.Evaluate customer frequency and lifetime value</a:t>
          </a:r>
        </a:p>
      </dsp:txBody>
      <dsp:txXfrm>
        <a:off x="5380002" y="1765067"/>
        <a:ext cx="2444055" cy="2053006"/>
      </dsp:txXfrm>
    </dsp:sp>
    <dsp:sp modelId="{55E77D0B-A984-8F48-9DC3-0E46E9DBA5ED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04D7A449-6B3A-FE49-B8ED-2E35D4EC8577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58DF6-743A-584B-9401-BC09ACC33297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4.Implement A/B testing to measure incremental impact</a:t>
          </a:r>
        </a:p>
      </dsp:txBody>
      <dsp:txXfrm>
        <a:off x="8068463" y="1765067"/>
        <a:ext cx="2444055" cy="2053006"/>
      </dsp:txXfrm>
    </dsp:sp>
    <dsp:sp modelId="{8303AD48-11F2-3546-916D-FF893D8ACDCD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6A41E33D-0052-424F-A9A2-39E0D84DADA9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64D7F-41AF-C74E-91D8-53D3005460A6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D5925-401C-CB42-9386-A0E47DB82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1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E301-113A-731B-341E-6EDBBC9AA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A4D5D-4CAC-9F6A-75D5-2EBFB9C0E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E334A-6D78-94A2-5481-BC180EFB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FB700-688A-FD71-9C08-DEA7209C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0A76B-3078-ABB4-4EC8-47C85485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1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75B3-F9A8-DC4D-D77B-C9751F1C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61AB4-264C-28B7-8F28-6E158DBC1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3EF7A-E3D0-EF15-46A7-F71D088A7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A5142-B7CE-F273-CAE4-46E42600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C3595-2F04-A62F-9A13-38843A7B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5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BA6F-B7A8-3839-5DE3-80653B189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546AA-631E-9D1B-1B3B-915ED5DFE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9C3F-532C-4C14-249E-1FE98D6A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3375-C444-53D3-6F94-A4FBB733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ED61-9020-9EBD-6FCA-FE3C27CF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9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36C3-A99D-9B97-2AEB-699EBABDA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C95A-B6B5-0C92-3449-FB634E237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6BC3A-79E7-9B73-347B-CA5FD59F1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EB964-E4F6-B785-37A6-D8ECC528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42A6B-1706-3A6F-67C1-4DBCBCCB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C85EB-4084-44FA-1A1B-42CC252F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0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81AE-53FC-BAC3-6B90-6855B9C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2198B-7511-CB73-10C0-64B65A49F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A22A4-3B43-02A2-BB9D-760130F08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AB697-5BC5-B6B4-B40D-1FE4BA4D7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59BBB-378A-587D-E96C-1F0E6FC80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937644-50A5-F696-3BD9-CB517B25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39442-28A2-D6A3-C3AD-19268812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82395-9EDC-3BB8-0DCF-3CFA4BE3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4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5A49-8CD5-2D9B-A1E1-EB58D5EB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9F0DA-4423-11C1-48EB-21CD9296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22C0D-A3CD-CFCD-4A1A-ECAB441D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D38B7-AE17-A019-CBE4-C9085FD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4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EF55D-3237-5445-4D32-FD265768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1F19A-48E5-97B4-09D1-CB57A456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28BC6-4781-20FE-498C-02808587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6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505D-705B-C41B-7D50-C18A10A9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7274-E7A9-C084-A8E6-F2D81283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C28D6-B7DF-EA21-FF19-82402F4C8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FA845-FDFF-B926-4593-DC4A8F7B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AF120-B9C5-0EF2-0EC5-06423562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7A9E2-0B0F-74CB-73C8-BB1EAE60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16F4-9E55-1AC5-B940-58818A2D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20754-83BA-85AE-5E2F-B6E62FAD9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0E25D-533D-4D32-91C2-AA7B14AC7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7477-5CFF-DC68-0823-86F06F06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C250E-0E02-9148-7F05-77CE1BBC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FB695-19E5-9153-9A9F-44385A9C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24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8C99-BBF4-4751-145B-3B7A9A34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9B204-A922-FAFA-2BDA-5684F7C7E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602D8-7E21-7AD7-C4B2-CB5DA70A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2E0CC-C749-2001-E9F4-3AA068D1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8F493-4844-6174-103C-7D2FC08C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6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F4091-A1ED-1C80-3703-20B8B8D02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75463-0BCA-E39B-DEF3-80D2D2C8F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E0FF4-1781-6FFB-19D1-D1269CF0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2AF5A-5A34-0A97-2253-74F3EA26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3F228-0E2E-F339-BA6F-D76F5885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D9F85-705B-8274-ABAD-58BDA54E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76160-DCF2-4222-387A-0B838F41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731D-5ACB-3A59-0BD0-482F105E1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68AC8-4984-C04E-8080-325DD78DA065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3B4DF-FA1F-A9A6-2CB4-527A5A244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1AF23-A91E-C4D9-2E7F-D34F31BE5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32565-7F07-3447-8817-23EEE834C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8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BAEC69-3AC9-BBDB-3D7F-70002C05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Loyalty Program Performance Analysis – 2007</a:t>
            </a:r>
            <a:br>
              <a:rPr lang="en-US" sz="3200" b="1" dirty="0"/>
            </a:br>
            <a:endParaRPr lang="en-US" sz="3200" b="1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957317A-6772-E20F-8570-7462DD6BAF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30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3902-0CED-9281-A91D-180AE395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Methodology</a:t>
            </a:r>
            <a:br>
              <a:rPr lang="en-US" sz="3200" b="1" dirty="0"/>
            </a:br>
            <a:endParaRPr lang="en-US" sz="32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30960D-C2E9-A6E0-6584-62343CB4BB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143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1EB7A-125A-3E16-EE2B-D2227BA8736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5730875"/>
            <a:ext cx="414338" cy="4460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C28751-F610-CC12-EA30-DDB85E7EE6F7}"/>
              </a:ext>
            </a:extLst>
          </p:cNvPr>
          <p:cNvSpPr txBox="1"/>
          <p:nvPr/>
        </p:nvSpPr>
        <p:spPr>
          <a:xfrm>
            <a:off x="750627" y="655093"/>
            <a:ext cx="3828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Loyalty </a:t>
            </a:r>
            <a:r>
              <a:rPr lang="en-CA" sz="3200" b="1" dirty="0">
                <a:latin typeface="+mj-lt"/>
              </a:rPr>
              <a:t>Participation</a:t>
            </a:r>
            <a:endParaRPr lang="en-US" sz="3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E080-0D50-281D-C173-F717673C2850}"/>
              </a:ext>
            </a:extLst>
          </p:cNvPr>
          <p:cNvSpPr txBox="1"/>
          <p:nvPr/>
        </p:nvSpPr>
        <p:spPr>
          <a:xfrm>
            <a:off x="524257" y="1962912"/>
            <a:ext cx="542544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000" dirty="0"/>
              <a:t>Basket Penetration: 80.20%​</a:t>
            </a:r>
          </a:p>
          <a:p>
            <a:pPr fontAlgn="base"/>
            <a:r>
              <a:rPr lang="en-GB" sz="2000" dirty="0"/>
              <a:t>​</a:t>
            </a:r>
          </a:p>
          <a:p>
            <a:pPr fontAlgn="base"/>
            <a:r>
              <a:rPr lang="en-GB" sz="2000" dirty="0"/>
              <a:t>​</a:t>
            </a:r>
          </a:p>
          <a:p>
            <a:pPr fontAlgn="base"/>
            <a:r>
              <a:rPr lang="en-US" sz="2000" dirty="0"/>
              <a:t>Loyalty members account for 80% of total baskets, significantly exceeding the 50% neutral threshold and indicating strong program adoption.</a:t>
            </a:r>
          </a:p>
          <a:p>
            <a:endParaRPr lang="en-US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CDC575D9-4C36-9760-1D20-F8A923CBB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696" y="719963"/>
            <a:ext cx="6121400" cy="501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29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D8C77-DADE-0E1A-0A36-58A43FD90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Revenue Performance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31F6-648F-ACA5-6CD8-E1794787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Revenue Penetration: 80.08%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Revenue share mirrors participation share, suggesting proportional performance rather than incremental lift.</a:t>
            </a:r>
          </a:p>
        </p:txBody>
      </p:sp>
      <p:pic>
        <p:nvPicPr>
          <p:cNvPr id="3073" name="Picture 1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8D2CBF7A-BB18-6AE1-76A0-20D9D288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655313"/>
            <a:ext cx="5201023" cy="313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7" name="Rectangle 309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1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099B-012A-407F-287A-6B29D7FD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Average Basket Value</a:t>
            </a:r>
            <a:br>
              <a:rPr lang="en-US" sz="3200" b="1" dirty="0"/>
            </a:br>
            <a:endParaRPr lang="en-US" sz="32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2BFCFB-0A96-C9F6-DC4D-6D3A38E6B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8770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809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08FB3-7C02-BEE2-4A91-D6B31599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Key Business Insight</a:t>
            </a:r>
            <a:br>
              <a:rPr lang="en-US" sz="3200" b="1" dirty="0"/>
            </a:br>
            <a:endParaRPr lang="en-US" sz="32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DF6E7D-DA1E-936C-4562-AEF338C47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9030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574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61CB-9EE9-B562-ED09-7C335EEA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Strategic Recommendations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FBF44C-D667-27E1-C0DA-65907F11D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7016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5252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8B400-F589-3A25-A2DA-950BB237D7EB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Analysis with Credit Card Linkage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4FB5D-9EE0-02C4-2432-1AD355C3BB36}"/>
              </a:ext>
            </a:extLst>
          </p:cNvPr>
          <p:cNvSpPr txBox="1"/>
          <p:nvPr/>
        </p:nvSpPr>
        <p:spPr>
          <a:xfrm>
            <a:off x="4581727" y="649480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Case question: How would analysis change if customer credit card data were available?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3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Customer-Level Tracking</a:t>
            </a:r>
            <a:br>
              <a:rPr lang="en-US" dirty="0"/>
            </a:br>
            <a:r>
              <a:rPr lang="en-US" dirty="0"/>
              <a:t>• Link multiple baskets to the same customer</a:t>
            </a:r>
            <a:br>
              <a:rPr lang="en-US" dirty="0"/>
            </a:br>
            <a:r>
              <a:rPr lang="en-US" dirty="0"/>
              <a:t>• Measure true frequency and lifetime value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Pre vs Post Enrollment Analysis</a:t>
            </a:r>
            <a:br>
              <a:rPr lang="en-US" b="1" dirty="0"/>
            </a:br>
            <a:r>
              <a:rPr lang="en-US" dirty="0"/>
              <a:t>• Compare spend before joining loyalty vs after</a:t>
            </a:r>
            <a:br>
              <a:rPr lang="en-US" dirty="0"/>
            </a:br>
            <a:r>
              <a:rPr lang="en-US" dirty="0"/>
              <a:t>• Estimate incremental revenue impact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Wallet Share Estimation</a:t>
            </a:r>
            <a:br>
              <a:rPr lang="en-US" b="1" dirty="0"/>
            </a:br>
            <a:r>
              <a:rPr lang="en-US" dirty="0"/>
              <a:t>• Measure total spend across categories</a:t>
            </a:r>
            <a:br>
              <a:rPr lang="en-US" dirty="0"/>
            </a:br>
            <a:r>
              <a:rPr lang="en-US" dirty="0"/>
              <a:t>• Identify cross-sell opportunities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 </a:t>
            </a:r>
            <a:r>
              <a:rPr lang="en-US" b="1" dirty="0"/>
              <a:t>Stronger Causal Measurement</a:t>
            </a:r>
            <a:br>
              <a:rPr lang="en-US" b="1" dirty="0"/>
            </a:br>
            <a:r>
              <a:rPr lang="en-US" dirty="0"/>
              <a:t>• Build customer cohorts</a:t>
            </a:r>
            <a:br>
              <a:rPr lang="en-US" dirty="0"/>
            </a:br>
            <a:r>
              <a:rPr lang="en-US" dirty="0"/>
              <a:t>• Enable A/B or quasi-experimental design</a:t>
            </a:r>
          </a:p>
        </p:txBody>
      </p:sp>
      <p:pic>
        <p:nvPicPr>
          <p:cNvPr id="7" name="Graphic 6" descr="Credit card">
            <a:extLst>
              <a:ext uri="{FF2B5EF4-FFF2-40B4-BE49-F238E27FC236}">
                <a16:creationId xmlns:a16="http://schemas.microsoft.com/office/drawing/2014/main" id="{E05B40AC-249E-05CD-65B1-DA05012BC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72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51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2A18BCCE-2721-89FC-3C0B-65F4CB8E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9" y="690976"/>
            <a:ext cx="3122143" cy="2380634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80F54B5E-95D1-1224-1635-FE59F746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9" y="3765319"/>
            <a:ext cx="3104943" cy="243738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Screenshot of a computer screen&#10;&#10;AI-generated content may be incorrect.">
            <a:extLst>
              <a:ext uri="{FF2B5EF4-FFF2-40B4-BE49-F238E27FC236}">
                <a16:creationId xmlns:a16="http://schemas.microsoft.com/office/drawing/2014/main" id="{35ABA3B2-A175-E76E-DBA9-2DC7BC417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676" y="999399"/>
            <a:ext cx="3252903" cy="4873262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524" y="487090"/>
            <a:ext cx="3588174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E33F17-E8AF-A311-178C-7F0A8C2E9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518" y="1112528"/>
            <a:ext cx="3252903" cy="46470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8CCD536-87EA-B0BE-DAD8-B52B16A14AC1}"/>
              </a:ext>
            </a:extLst>
          </p:cNvPr>
          <p:cNvSpPr txBox="1"/>
          <p:nvPr/>
        </p:nvSpPr>
        <p:spPr>
          <a:xfrm>
            <a:off x="461331" y="96924"/>
            <a:ext cx="5897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Appendix-Technical Validation</a:t>
            </a:r>
          </a:p>
        </p:txBody>
      </p:sp>
    </p:spTree>
    <p:extLst>
      <p:ext uri="{BB962C8B-B14F-4D97-AF65-F5344CB8AC3E}">
        <p14:creationId xmlns:p14="http://schemas.microsoft.com/office/powerpoint/2010/main" val="366316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368</Words>
  <Application>Microsoft Macintosh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Loyalty Program Performance Analysis – 2007 </vt:lpstr>
      <vt:lpstr>Methodology </vt:lpstr>
      <vt:lpstr>PowerPoint Presentation</vt:lpstr>
      <vt:lpstr>Revenue Performance </vt:lpstr>
      <vt:lpstr>Average Basket Value </vt:lpstr>
      <vt:lpstr>Key Business Insight </vt:lpstr>
      <vt:lpstr>Strategic Recommendations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Vishakha Vasu</dc:creator>
  <cp:lastModifiedBy>Vishakha Vasu</cp:lastModifiedBy>
  <cp:revision>2</cp:revision>
  <dcterms:created xsi:type="dcterms:W3CDTF">2026-02-22T00:09:13Z</dcterms:created>
  <dcterms:modified xsi:type="dcterms:W3CDTF">2026-02-22T20:37:38Z</dcterms:modified>
</cp:coreProperties>
</file>